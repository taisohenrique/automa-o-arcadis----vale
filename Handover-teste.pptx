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4"/>
  </p:sldMasterIdLst>
  <p:notesMasterIdLst>
    <p:notesMasterId r:id="rId9"/>
  </p:notesMasterIdLst>
  <p:handoutMasterIdLst>
    <p:handoutMasterId r:id="rId10"/>
  </p:handoutMasterIdLst>
  <p:sldIdLst>
    <p:sldId id="332" r:id="rId5"/>
    <p:sldId id="333" r:id="rId6"/>
    <p:sldId id="334" r:id="rId7"/>
    <p:sldId id="335" r:id="rId8"/>
  </p:sldIdLst>
  <p:sldSz cx="12192000" cy="6858000"/>
  <p:notesSz cx="6858000" cy="9144000"/>
  <p:defaultTextStyle>
    <a:defPPr>
      <a:defRPr lang="en-US"/>
    </a:defPPr>
    <a:lvl1pPr marL="0" algn="l" defTabSz="451513" rtl="0" eaLnBrk="1" latinLnBrk="0" hangingPunct="1">
      <a:defRPr sz="1778" kern="1200">
        <a:solidFill>
          <a:schemeClr val="tx1"/>
        </a:solidFill>
        <a:latin typeface="+mn-lt"/>
        <a:ea typeface="+mn-ea"/>
        <a:cs typeface="+mn-cs"/>
      </a:defRPr>
    </a:lvl1pPr>
    <a:lvl2pPr marL="451513" algn="l" defTabSz="451513" rtl="0" eaLnBrk="1" latinLnBrk="0" hangingPunct="1">
      <a:defRPr sz="1778" kern="1200">
        <a:solidFill>
          <a:schemeClr val="tx1"/>
        </a:solidFill>
        <a:latin typeface="+mn-lt"/>
        <a:ea typeface="+mn-ea"/>
        <a:cs typeface="+mn-cs"/>
      </a:defRPr>
    </a:lvl2pPr>
    <a:lvl3pPr marL="903024" algn="l" defTabSz="451513" rtl="0" eaLnBrk="1" latinLnBrk="0" hangingPunct="1">
      <a:defRPr sz="1778" kern="1200">
        <a:solidFill>
          <a:schemeClr val="tx1"/>
        </a:solidFill>
        <a:latin typeface="+mn-lt"/>
        <a:ea typeface="+mn-ea"/>
        <a:cs typeface="+mn-cs"/>
      </a:defRPr>
    </a:lvl3pPr>
    <a:lvl4pPr marL="1354537" algn="l" defTabSz="451513" rtl="0" eaLnBrk="1" latinLnBrk="0" hangingPunct="1">
      <a:defRPr sz="1778" kern="1200">
        <a:solidFill>
          <a:schemeClr val="tx1"/>
        </a:solidFill>
        <a:latin typeface="+mn-lt"/>
        <a:ea typeface="+mn-ea"/>
        <a:cs typeface="+mn-cs"/>
      </a:defRPr>
    </a:lvl4pPr>
    <a:lvl5pPr marL="1806050" algn="l" defTabSz="451513" rtl="0" eaLnBrk="1" latinLnBrk="0" hangingPunct="1">
      <a:defRPr sz="1778" kern="1200">
        <a:solidFill>
          <a:schemeClr val="tx1"/>
        </a:solidFill>
        <a:latin typeface="+mn-lt"/>
        <a:ea typeface="+mn-ea"/>
        <a:cs typeface="+mn-cs"/>
      </a:defRPr>
    </a:lvl5pPr>
    <a:lvl6pPr marL="2257561" algn="l" defTabSz="451513" rtl="0" eaLnBrk="1" latinLnBrk="0" hangingPunct="1">
      <a:defRPr sz="1778" kern="1200">
        <a:solidFill>
          <a:schemeClr val="tx1"/>
        </a:solidFill>
        <a:latin typeface="+mn-lt"/>
        <a:ea typeface="+mn-ea"/>
        <a:cs typeface="+mn-cs"/>
      </a:defRPr>
    </a:lvl6pPr>
    <a:lvl7pPr marL="2709074" algn="l" defTabSz="451513" rtl="0" eaLnBrk="1" latinLnBrk="0" hangingPunct="1">
      <a:defRPr sz="1778" kern="1200">
        <a:solidFill>
          <a:schemeClr val="tx1"/>
        </a:solidFill>
        <a:latin typeface="+mn-lt"/>
        <a:ea typeface="+mn-ea"/>
        <a:cs typeface="+mn-cs"/>
      </a:defRPr>
    </a:lvl7pPr>
    <a:lvl8pPr marL="3160586" algn="l" defTabSz="451513" rtl="0" eaLnBrk="1" latinLnBrk="0" hangingPunct="1">
      <a:defRPr sz="1778" kern="1200">
        <a:solidFill>
          <a:schemeClr val="tx1"/>
        </a:solidFill>
        <a:latin typeface="+mn-lt"/>
        <a:ea typeface="+mn-ea"/>
        <a:cs typeface="+mn-cs"/>
      </a:defRPr>
    </a:lvl8pPr>
    <a:lvl9pPr marL="3612099" algn="l" defTabSz="451513" rtl="0" eaLnBrk="1" latinLnBrk="0" hangingPunct="1">
      <a:defRPr sz="17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ina Haggerty" initials="KH" lastIdx="38" clrIdx="0"/>
  <p:cmAuthor id="2" name="Rachel Stevens" initials="RS" lastIdx="2" clrIdx="1"/>
  <p:cmAuthor id="3" name="Rachel Stevens" initials="RS [2]" lastIdx="1" clrIdx="2"/>
  <p:cmAuthor id="4" name="Rachel Stevens" initials="RS [3]" lastIdx="1" clrIdx="3"/>
  <p:cmAuthor id="5" name="Rachel Stevens" initials="RS [4]" lastIdx="1" clrIdx="4"/>
  <p:cmAuthor id="6" name="Rachel Stevens" initials="RS [5]" lastIdx="1" clrIdx="5"/>
  <p:cmAuthor id="7" name="Rachel Stevens" initials="RS [6]" lastIdx="1" clrIdx="6"/>
  <p:cmAuthor id="8" name="Rachel Stevens" initials="RS [7]" lastIdx="1" clrIdx="7"/>
  <p:cmAuthor id="9" name="Rachel Stevens" initials="RS [8]" lastIdx="1" clrIdx="8"/>
  <p:cmAuthor id="10" name="Rachel Stevens" initials="RS [9]" lastIdx="1" clrIdx="9"/>
  <p:cmAuthor id="11" name="Rachel Stevens" initials="RS [10]" lastIdx="1" clrIdx="10"/>
  <p:cmAuthor id="12" name="Rachel Stevens" initials="RS [11]" lastIdx="1" clrIdx="11"/>
  <p:cmAuthor id="13" name="Rachel Stevens" initials="RS [12]" lastIdx="1" clrIdx="12"/>
  <p:cmAuthor id="14" name="Rachel Stevens" initials="RS [13]" lastIdx="1" clrIdx="13"/>
  <p:cmAuthor id="15" name="Rachel Stevens" initials="RS [14]" lastIdx="1" clrIdx="14"/>
  <p:cmAuthor id="16" name="Rachel Stevens" initials="RS [15]" lastIdx="1" clrIdx="15"/>
  <p:cmAuthor id="17" name="Rachel Stevens" initials="RS [16]" lastIdx="1" clrIdx="1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7"/>
    <a:srgbClr val="CCCCCC"/>
    <a:srgbClr val="E8EAEF"/>
    <a:srgbClr val="CDD3DD"/>
    <a:srgbClr val="F59F69"/>
    <a:srgbClr val="F1B434"/>
    <a:srgbClr val="D0DFEF"/>
    <a:srgbClr val="F8DA40"/>
    <a:srgbClr val="00A9E4"/>
    <a:srgbClr val="C3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ADA31D-27D3-4B68-9AD2-4C6D1B35AF03}" v="602" dt="2026-04-13T18:38:14.2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0C1AE-E104-4D3A-907F-567DB33B884D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8360" y="207157"/>
            <a:ext cx="2560320" cy="27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07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28DF254-2EC7-45F9-BD30-BE0E7C158C9E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746" y="172437"/>
            <a:ext cx="2560320" cy="27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03024" rtl="0" eaLnBrk="1" latinLnBrk="0" hangingPunct="1">
      <a:defRPr sz="118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1513" algn="l" defTabSz="903024" rtl="0" eaLnBrk="1" latinLnBrk="0" hangingPunct="1">
      <a:defRPr sz="118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03024" algn="l" defTabSz="903024" rtl="0" eaLnBrk="1" latinLnBrk="0" hangingPunct="1">
      <a:defRPr sz="118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54537" algn="l" defTabSz="903024" rtl="0" eaLnBrk="1" latinLnBrk="0" hangingPunct="1">
      <a:defRPr sz="118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06050" algn="l" defTabSz="903024" rtl="0" eaLnBrk="1" latinLnBrk="0" hangingPunct="1">
      <a:defRPr sz="1185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57561" algn="l" defTabSz="903024" rtl="0" eaLnBrk="1" latinLnBrk="0" hangingPunct="1">
      <a:defRPr sz="1185" kern="1200">
        <a:solidFill>
          <a:schemeClr val="tx1"/>
        </a:solidFill>
        <a:latin typeface="+mn-lt"/>
        <a:ea typeface="+mn-ea"/>
        <a:cs typeface="+mn-cs"/>
      </a:defRPr>
    </a:lvl6pPr>
    <a:lvl7pPr marL="2709074" algn="l" defTabSz="903024" rtl="0" eaLnBrk="1" latinLnBrk="0" hangingPunct="1">
      <a:defRPr sz="1185" kern="1200">
        <a:solidFill>
          <a:schemeClr val="tx1"/>
        </a:solidFill>
        <a:latin typeface="+mn-lt"/>
        <a:ea typeface="+mn-ea"/>
        <a:cs typeface="+mn-cs"/>
      </a:defRPr>
    </a:lvl7pPr>
    <a:lvl8pPr marL="3160586" algn="l" defTabSz="903024" rtl="0" eaLnBrk="1" latinLnBrk="0" hangingPunct="1">
      <a:defRPr sz="1185" kern="1200">
        <a:solidFill>
          <a:schemeClr val="tx1"/>
        </a:solidFill>
        <a:latin typeface="+mn-lt"/>
        <a:ea typeface="+mn-ea"/>
        <a:cs typeface="+mn-cs"/>
      </a:defRPr>
    </a:lvl8pPr>
    <a:lvl9pPr marL="3612099" algn="l" defTabSz="903024" rtl="0" eaLnBrk="1" latinLnBrk="0" hangingPunct="1">
      <a:defRPr sz="11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DF254-2EC7-45F9-BD30-BE0E7C158C9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85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DF254-2EC7-45F9-BD30-BE0E7C158C9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02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DF254-2EC7-45F9-BD30-BE0E7C158C9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31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DF254-2EC7-45F9-BD30-BE0E7C158C9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19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E7A677-451E-4572-B02E-6D99DF905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10337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572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62924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&#10;">
            <a:extLst>
              <a:ext uri="{FF2B5EF4-FFF2-40B4-BE49-F238E27FC236}">
                <a16:creationId xmlns:a16="http://schemas.microsoft.com/office/drawing/2014/main" id="{6BC105F6-BAC8-4C89-90B4-493E1EEC52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10337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572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0850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95FE4-F082-4D42-AA27-BEF50E823B3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tIns="91440" bIns="91440" anchor="b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sz="1000"/>
              <a:t>Click on the icon to insert an image &gt; Right Click &gt; Send to Back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Image-led cover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10337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572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05924-A12C-46E2-8B7D-627E1AA76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0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 led - re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A838925-91C9-41A6-B2D7-CA69C6DFF5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tIns="91440" bIns="9144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 sz="1000"/>
              <a:t>Click on the icon to insert an image &gt; Right Click &gt; Send to Back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Image-led cover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10337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572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8" name="Picture 7" descr="&#10;">
            <a:extLst>
              <a:ext uri="{FF2B5EF4-FFF2-40B4-BE49-F238E27FC236}">
                <a16:creationId xmlns:a16="http://schemas.microsoft.com/office/drawing/2014/main" id="{94F4405A-F7CA-CF44-A963-4ABC4EBB8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1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6BE32A-F5EC-4F7B-8C63-941D64A724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 to insert an image &gt; Right Click &gt;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 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8BC22-87BE-4D4F-9E34-A49425AC61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15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812F58D-8CAF-41B5-B939-C82360B2DF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 to insert an image &gt; Right Click &gt;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9233D-C610-AD4F-982E-AEDDD1E3E3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13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9274F1A-9C10-417E-9AEE-4F143E201AEC}"/>
              </a:ext>
            </a:extLst>
          </p:cNvPr>
          <p:cNvSpPr/>
          <p:nvPr userDrawn="1"/>
        </p:nvSpPr>
        <p:spPr>
          <a:xfrm flipH="1">
            <a:off x="0" y="0"/>
            <a:ext cx="10020300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0800000" scaled="0"/>
          </a:gra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 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D5A90F7-5FDF-EA45-B744-518116FA81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 to insert an image &gt; Right Click &gt; Send to Back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D0A271-9092-8544-B5BB-E912819FB2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0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9274F1A-9C10-417E-9AEE-4F143E201AEC}"/>
              </a:ext>
            </a:extLst>
          </p:cNvPr>
          <p:cNvSpPr/>
          <p:nvPr userDrawn="1"/>
        </p:nvSpPr>
        <p:spPr>
          <a:xfrm flipH="1">
            <a:off x="0" y="0"/>
            <a:ext cx="10020300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0800000" scaled="0"/>
          </a:gra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 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  <p:pic>
        <p:nvPicPr>
          <p:cNvPr id="18" name="Picture 17" descr="&#10;">
            <a:extLst>
              <a:ext uri="{FF2B5EF4-FFF2-40B4-BE49-F238E27FC236}">
                <a16:creationId xmlns:a16="http://schemas.microsoft.com/office/drawing/2014/main" id="{EED6591A-F311-4C34-A0A2-B699B96C02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D5A90F7-5FDF-EA45-B744-518116FA81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 to insert an image &gt; Right Click &gt; Send to Back</a:t>
            </a:r>
          </a:p>
        </p:txBody>
      </p:sp>
    </p:spTree>
    <p:extLst>
      <p:ext uri="{BB962C8B-B14F-4D97-AF65-F5344CB8AC3E}">
        <p14:creationId xmlns:p14="http://schemas.microsoft.com/office/powerpoint/2010/main" val="1138197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C3BF2C-72FA-4B1D-BCF0-EFC2A446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274F1A-9C10-417E-9AEE-4F143E201AEC}"/>
              </a:ext>
            </a:extLst>
          </p:cNvPr>
          <p:cNvSpPr/>
          <p:nvPr userDrawn="1"/>
        </p:nvSpPr>
        <p:spPr>
          <a:xfrm flipH="1">
            <a:off x="0" y="0"/>
            <a:ext cx="100203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0"/>
          </a:gra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 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  <p:pic>
        <p:nvPicPr>
          <p:cNvPr id="18" name="Picture 17" descr="&#10;">
            <a:extLst>
              <a:ext uri="{FF2B5EF4-FFF2-40B4-BE49-F238E27FC236}">
                <a16:creationId xmlns:a16="http://schemas.microsoft.com/office/drawing/2014/main" id="{EED6591A-F311-4C34-A0A2-B699B96C02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5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SAM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38E344-A2DD-45C2-A6B5-B9347A7A8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  <p:pic>
        <p:nvPicPr>
          <p:cNvPr id="18" name="Picture 17" descr="&#10;">
            <a:extLst>
              <a:ext uri="{FF2B5EF4-FFF2-40B4-BE49-F238E27FC236}">
                <a16:creationId xmlns:a16="http://schemas.microsoft.com/office/drawing/2014/main" id="{EED6591A-F311-4C34-A0A2-B699B96C02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39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Divider - Text Style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E7A677-451E-4572-B02E-6D99DF905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E053F12C-C080-4057-B936-8C04B6DF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143001"/>
            <a:ext cx="11277600" cy="914399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/>
              <a:t>Large Cover Title 56 (4 x body)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66925"/>
            <a:ext cx="11277600" cy="4572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Medium Cover Title 42 (3 x body)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DC4F72B-E736-4083-BE66-D466263257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54630"/>
            <a:ext cx="11277600" cy="4572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3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Cover Title 35 (2.5 x body)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429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Large Cover Subtitle 21 (1.5 x body)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89763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Cover Subtitle 16</a:t>
            </a:r>
          </a:p>
        </p:txBody>
      </p:sp>
    </p:spTree>
    <p:extLst>
      <p:ext uri="{BB962C8B-B14F-4D97-AF65-F5344CB8AC3E}">
        <p14:creationId xmlns:p14="http://schemas.microsoft.com/office/powerpoint/2010/main" val="2650933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s - Text Style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E7A677-451E-4572-B02E-6D99DF905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149927"/>
            <a:ext cx="11277600" cy="4572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Large Headline 42 (3x std body)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DC4F72B-E736-4083-BE66-D466263257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828800"/>
            <a:ext cx="11277600" cy="447675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Medium Headline 28 (2x std body)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514600"/>
            <a:ext cx="11277600" cy="4572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Headline 21 (1.5x std body)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576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Intro paragraph or X-Large body 18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9B6C8AA7-E793-47B6-97BB-D31CDD5923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50292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Standard Sub-title or Large body size 16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E63786F-4A2A-4D5C-8FC7-0BFD8A9B52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0300" y="36576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Standard body size 14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C7D847D9-DB3C-4BCE-B36E-39F419E4F6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03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Minimum body size 12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F506D4C5-287B-40E8-9244-1F03842F09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0300" y="4114800"/>
            <a:ext cx="4572000" cy="6858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98EA915-7041-4CAE-BD2D-3AB6410C83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114800"/>
            <a:ext cx="4572000" cy="6858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−"/>
              <a:defRPr sz="1800"/>
            </a:lvl2pPr>
          </a:lstStyle>
          <a:p>
            <a:pPr lvl="0"/>
            <a:r>
              <a:rPr lang="en-US"/>
              <a:t>X-Large bullet 18</a:t>
            </a:r>
          </a:p>
          <a:p>
            <a:pPr lvl="1"/>
            <a:r>
              <a:rPr lang="en-US"/>
              <a:t>Second level X-Large bullet 18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78F1FE68-338B-404A-A61C-DFCB3E450E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5486400"/>
            <a:ext cx="4572000" cy="6858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−"/>
              <a:defRPr sz="1600"/>
            </a:lvl2pPr>
          </a:lstStyle>
          <a:p>
            <a:pPr lvl="0"/>
            <a:r>
              <a:rPr lang="en-US"/>
              <a:t>Large bullet 16</a:t>
            </a:r>
          </a:p>
          <a:p>
            <a:pPr lvl="1"/>
            <a:r>
              <a:rPr lang="en-US"/>
              <a:t>Second level Large bullet 16</a:t>
            </a:r>
          </a:p>
        </p:txBody>
      </p:sp>
    </p:spTree>
    <p:extLst>
      <p:ext uri="{BB962C8B-B14F-4D97-AF65-F5344CB8AC3E}">
        <p14:creationId xmlns:p14="http://schemas.microsoft.com/office/powerpoint/2010/main" val="703189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Image-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Image-led 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29CCC071-0048-42C0-91B1-1B1F9F5C22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tIns="91440" bIns="9144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 sz="1000"/>
              <a:t>Click on the icon  to insert an image &gt; Right Click &gt; Send to Back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4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Image-led re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Image-led 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C07588C-B7D9-48C0-844A-A316534DCE4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tIns="91440" bIns="91440" anchor="b"/>
          <a:lstStyle>
            <a:lvl1pPr algn="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1000"/>
              <a:t>Click on the icon  to insert an image &gt; Right Click &gt; Send to Back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4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Image-led rever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Image-led 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6229C3E-23B7-4F4C-B2E3-EDD755E7A0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tIns="91440" bIns="9144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 sz="1000"/>
              <a:t>Click on the icon  to insert an image &gt; Right Click &gt; Send to Back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89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60416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36753049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059136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Image-led with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7E987CF-25C4-46C4-83B9-E828B5CF9F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7432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Image-led 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286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Number</a:t>
            </a:r>
          </a:p>
        </p:txBody>
      </p:sp>
    </p:spTree>
    <p:extLst>
      <p:ext uri="{BB962C8B-B14F-4D97-AF65-F5344CB8AC3E}">
        <p14:creationId xmlns:p14="http://schemas.microsoft.com/office/powerpoint/2010/main" val="30901706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Image-led rever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254DC9E-75F9-4E4C-BA7B-8298E4C7AEA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7432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Image-led divider title</a:t>
            </a:r>
          </a:p>
        </p:txBody>
      </p:sp>
    </p:spTree>
    <p:extLst>
      <p:ext uri="{BB962C8B-B14F-4D97-AF65-F5344CB8AC3E}">
        <p14:creationId xmlns:p14="http://schemas.microsoft.com/office/powerpoint/2010/main" val="2636265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ackground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AA1C7B-1C87-44D3-8151-544370BB9A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8F1E5-E1BD-487E-AF6B-1417C555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fld id="{A0BEE50B-DF5F-4EE0-B2E4-70A3C4CF1C51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88D42-25B6-4AF8-881D-F451A8C6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6F31F-D07E-4084-BF08-3D17AFC7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55EFD41-CA14-4D91-9151-AEAAE55C5A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5598"/>
            <a:ext cx="4800600" cy="18262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41690DB-3471-4FEF-A4B0-BB9B766AF6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657600"/>
            <a:ext cx="5524500" cy="1828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3A1976C-1DAD-4BD7-9A17-AC5487B6D09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0300" y="457201"/>
            <a:ext cx="5524500" cy="5943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the icon 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2768652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ackground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AA1C7B-1C87-44D3-8151-544370BB9A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8F1E5-E1BD-487E-AF6B-1417C555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fld id="{4888AC66-CE61-486F-A183-0D858EA321B3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88D42-25B6-4AF8-881D-F451A8C6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6F31F-D07E-4084-BF08-3D17AFC7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55EFD41-CA14-4D91-9151-AEAAE55C5A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5598"/>
            <a:ext cx="4800600" cy="18262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41690DB-3471-4FEF-A4B0-BB9B766AF6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657600"/>
            <a:ext cx="5524500" cy="1828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3A1976C-1DAD-4BD7-9A17-AC5487B6D09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0300" y="457201"/>
            <a:ext cx="5524500" cy="5943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the icon 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33910120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ackgroun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8F1E5-E1BD-487E-AF6B-1417C555C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fld id="{4888AC66-CE61-486F-A183-0D858EA321B3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88D42-25B6-4AF8-881D-F451A8C6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6F31F-D07E-4084-BF08-3D17AFC7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55EFD41-CA14-4D91-9151-AEAAE55C5A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5598"/>
            <a:ext cx="4800600" cy="18262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41690DB-3471-4FEF-A4B0-BB9B766AF6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657600"/>
            <a:ext cx="5524500" cy="1828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3A1976C-1DAD-4BD7-9A17-AC5487B6D09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0300" y="457201"/>
            <a:ext cx="5524500" cy="5943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 to insert an image</a:t>
            </a:r>
          </a:p>
        </p:txBody>
      </p:sp>
    </p:spTree>
    <p:extLst>
      <p:ext uri="{BB962C8B-B14F-4D97-AF65-F5344CB8AC3E}">
        <p14:creationId xmlns:p14="http://schemas.microsoft.com/office/powerpoint/2010/main" val="6437871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ackground - Text-led - Full Color Background - Text-led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F80006-7162-42A6-BB4F-9AB52F2B08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itle 13">
            <a:extLst>
              <a:ext uri="{FF2B5EF4-FFF2-40B4-BE49-F238E27FC236}">
                <a16:creationId xmlns:a16="http://schemas.microsoft.com/office/drawing/2014/main" id="{96D42F31-C76D-4A0C-AB96-F0E353E5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928"/>
            <a:ext cx="11277600" cy="15932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9291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ll Color Background - Text-led - Full Color Background - Text-led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F80006-7162-42A6-BB4F-9AB52F2B08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itle 13">
            <a:extLst>
              <a:ext uri="{FF2B5EF4-FFF2-40B4-BE49-F238E27FC236}">
                <a16:creationId xmlns:a16="http://schemas.microsoft.com/office/drawing/2014/main" id="{96D42F31-C76D-4A0C-AB96-F0E353E5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928"/>
            <a:ext cx="11277600" cy="15932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33516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overlay -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91CADA-4197-ED4D-9D81-8B4649507C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610F">
              <a:alpha val="75000"/>
            </a:srgbClr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PH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09700" y="2286000"/>
            <a:ext cx="103251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800" b="0" i="1">
                <a:solidFill>
                  <a:schemeClr val="bg1"/>
                </a:solidFill>
              </a:defRPr>
            </a:lvl1pPr>
          </a:lstStyle>
          <a:p>
            <a:r>
              <a:rPr lang="en-US"/>
              <a:t>“An inspirational and credible client quote that backs up the key message throughout the document and is attempting to get across to the reader or assessor.”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39C0890-09A9-490C-925E-79471BE2C2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4114800"/>
            <a:ext cx="103251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Role Organization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1365D59C-1167-4B78-AE54-2A079272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fld id="{A0BEE50B-DF5F-4EE0-B2E4-70A3C4CF1C51}" type="datetime3">
              <a:rPr lang="en-US" smtClean="0"/>
              <a:t>26 April 2026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BD4B9242-26CD-44B2-B4E6-BBF93E22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B9B844E8-44EE-4226-B839-FC4E907ACD4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010900" y="6446837"/>
            <a:ext cx="7239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7E987CF-25C4-46C4-83B9-E828B5CF9F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</p:spTree>
    <p:extLst>
      <p:ext uri="{BB962C8B-B14F-4D97-AF65-F5344CB8AC3E}">
        <p14:creationId xmlns:p14="http://schemas.microsoft.com/office/powerpoint/2010/main" val="23391187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overlay -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294B6CA-68F4-4F29-B1B2-5880C39BE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750129"/>
            <a:ext cx="4571999" cy="1142998"/>
          </a:xfrm>
        </p:spPr>
        <p:txBody>
          <a:bodyPr>
            <a:no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7C602180-74AB-4C47-90BF-1DB0B4AE12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57800" y="2514600"/>
            <a:ext cx="6477000" cy="18288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28AD08C1-B77D-4287-BCF7-78919F30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fld id="{A0BEE50B-DF5F-4EE0-B2E4-70A3C4CF1C51}" type="datetime3">
              <a:rPr lang="en-US" smtClean="0"/>
              <a:t>26 April 2026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9DCEE6B-73BD-49ED-BF1B-ECFEB82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412B5ACA-D86D-4C7B-8F05-0FDC0FB12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1971FC1-F2E6-4E68-8245-184991D6EF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</p:spTree>
    <p:extLst>
      <p:ext uri="{BB962C8B-B14F-4D97-AF65-F5344CB8AC3E}">
        <p14:creationId xmlns:p14="http://schemas.microsoft.com/office/powerpoint/2010/main" val="30258649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al Slide Overlay -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4049965-34B5-48F5-8EBC-41C49A3311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E1C252-F8D8-B245-A44E-63FC8C772147}"/>
              </a:ext>
            </a:extLst>
          </p:cNvPr>
          <p:cNvSpPr/>
          <p:nvPr userDrawn="1"/>
        </p:nvSpPr>
        <p:spPr>
          <a:xfrm>
            <a:off x="0" y="0"/>
            <a:ext cx="3075709" cy="6858000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ECC8B-4B56-4777-97FD-BF1D9B8F0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600200"/>
            <a:ext cx="2466108" cy="914400"/>
          </a:xfrm>
        </p:spPr>
        <p:txBody>
          <a:bodyPr rIns="90000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AF6AE8-D2B1-4EB5-BBB4-9077B1F7CB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43200"/>
            <a:ext cx="2466109" cy="2514600"/>
          </a:xfrm>
          <a:prstGeom prst="rect">
            <a:avLst/>
          </a:prstGeom>
        </p:spPr>
        <p:txBody>
          <a:bodyPr lIns="0" tIns="0" rIns="90000" bIns="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F7EFBD7E-84AE-4193-97A7-6053CA80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fld id="{728B004E-4B0B-4DF1-AA0F-92C7B3BE2D33}" type="datetime3">
              <a:rPr lang="en-US" smtClean="0"/>
              <a:t>26 April 2026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ED1264-F351-4CA8-9D38-F5167E4E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r>
              <a:rPr lang="en-US"/>
              <a:t>© Arcadis 2022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574CAA3B-8EAA-4562-9B16-819D52DA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52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al Slide Overlay -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4049965-34B5-48F5-8EBC-41C49A3311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72079-4A6D-BB42-9B2B-1FC3AED21668}"/>
              </a:ext>
            </a:extLst>
          </p:cNvPr>
          <p:cNvSpPr/>
          <p:nvPr userDrawn="1"/>
        </p:nvSpPr>
        <p:spPr>
          <a:xfrm>
            <a:off x="0" y="0"/>
            <a:ext cx="5029199" cy="6858000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ECC8B-4B56-4777-97FD-BF1D9B8F0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600201"/>
            <a:ext cx="4378036" cy="1142998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AF6AE8-D2B1-4EB5-BBB4-9077B1F7CB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3429000"/>
            <a:ext cx="4378036" cy="1828800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F7EFBD7E-84AE-4193-97A7-6053CA80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fld id="{728B004E-4B0B-4DF1-AA0F-92C7B3BE2D33}" type="datetime3">
              <a:rPr lang="en-US" smtClean="0"/>
              <a:t>26 April 2026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ED1264-F351-4CA8-9D38-F5167E4E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r>
              <a:rPr lang="en-US"/>
              <a:t>© Arcadis 2022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574CAA3B-8EAA-4562-9B16-819D52DA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275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tin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43E271-585A-4BE6-84C9-3787B822945E}"/>
              </a:ext>
            </a:extLst>
          </p:cNvPr>
          <p:cNvSpPr/>
          <p:nvPr userDrawn="1"/>
        </p:nvSpPr>
        <p:spPr>
          <a:xfrm>
            <a:off x="0" y="0"/>
            <a:ext cx="5029200" cy="6857999"/>
          </a:xfrm>
          <a:prstGeom prst="rect">
            <a:avLst/>
          </a:prstGeom>
          <a:solidFill>
            <a:srgbClr val="E7E6E6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4049965-34B5-48F5-8EBC-41C49A3311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57800" y="914400"/>
            <a:ext cx="6477000" cy="29718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ECC8B-4B56-4777-97FD-BF1D9B8F0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914400"/>
            <a:ext cx="4378036" cy="27432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AF6AE8-D2B1-4EB5-BBB4-9077B1F7CB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4114800"/>
            <a:ext cx="4378036" cy="228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F7EFBD7E-84AE-4193-97A7-6053CA80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fld id="{728B004E-4B0B-4DF1-AA0F-92C7B3BE2D33}" type="datetime3">
              <a:rPr lang="en-US" smtClean="0"/>
              <a:t>26 April 2026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ED1264-F351-4CA8-9D38-F5167E4E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574CAA3B-8EAA-4562-9B16-819D52DA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2888DD6-4C08-481E-A9EB-9815DF6BFB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85510" y="41148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526F53BF-9DA3-4E25-8DD6-6B72682574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5300" y="4114800"/>
            <a:ext cx="26670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120E7F6D-CF3A-4D0B-BA18-8D08AD875D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5510" y="4572000"/>
            <a:ext cx="260119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AC39755-8A7B-44F0-ACE0-02BD1FF6F2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5300" y="4572000"/>
            <a:ext cx="266700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0CEB3C-53C9-4D4F-8FA5-29A2881318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6742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tint block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43E271-585A-4BE6-84C9-3787B822945E}"/>
              </a:ext>
            </a:extLst>
          </p:cNvPr>
          <p:cNvSpPr/>
          <p:nvPr userDrawn="1"/>
        </p:nvSpPr>
        <p:spPr>
          <a:xfrm>
            <a:off x="0" y="0"/>
            <a:ext cx="4038600" cy="6857999"/>
          </a:xfrm>
          <a:prstGeom prst="rect">
            <a:avLst/>
          </a:prstGeom>
          <a:solidFill>
            <a:srgbClr val="E7E6E6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F7EFBD7E-84AE-4193-97A7-6053CA80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fld id="{728B004E-4B0B-4DF1-AA0F-92C7B3BE2D33}" type="datetime3">
              <a:rPr lang="en-US" smtClean="0"/>
              <a:t>26 April 2026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ED1264-F351-4CA8-9D38-F5167E4E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574CAA3B-8EAA-4562-9B16-819D52DA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1AFEDCA-5DFA-4012-BB79-36C20DA06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835726"/>
            <a:ext cx="3366654" cy="1593273"/>
          </a:xfrm>
        </p:spPr>
        <p:txBody>
          <a:bodyPr rIns="9000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68EE003-0251-496B-8C8B-76B18E7545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657600"/>
            <a:ext cx="3366655" cy="1600200"/>
          </a:xfrm>
          <a:prstGeom prst="rect">
            <a:avLst/>
          </a:prstGeom>
        </p:spPr>
        <p:txBody>
          <a:bodyPr lIns="0" tIns="0" rIns="9000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FCD446E-D362-46C5-91D6-8B0C743A3773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4267200" y="914400"/>
            <a:ext cx="7467600" cy="4572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11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diagram</a:t>
            </a:r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28C9DA-F3D9-FB47-BFD9-EAA726716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23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294B6CA-68F4-4F29-B1B2-5880C39BE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7400"/>
            <a:ext cx="4571999" cy="27432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7C602180-74AB-4C47-90BF-1DB0B4AE12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57800" y="2057400"/>
            <a:ext cx="6477000" cy="27432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D21A4A63-194D-44EE-8FD5-0DC125F8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fld id="{728B004E-4B0B-4DF1-AA0F-92C7B3BE2D33}" type="datetime3">
              <a:rPr lang="en-US" smtClean="0"/>
              <a:t>26 April 2026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56F6C28F-5358-4062-88C8-6D4BFC91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8ABEE2D3-61AE-4C81-9A32-FE33D238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99C13-96FF-4DD8-94E9-6E6C21066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923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Single column content slide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FC30F-D90F-4081-84AD-5021EEF2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7F31C-C68E-4CC9-99B9-F4A13795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6211B-B861-4D47-82A5-98F0465B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28768"/>
            <a:ext cx="11277600" cy="4572032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/>
            </a:lvl2pPr>
          </a:lstStyle>
          <a:p>
            <a:pPr lvl="0"/>
            <a:r>
              <a:rPr lang="en-US"/>
              <a:t>Standard Text 16</a:t>
            </a:r>
          </a:p>
          <a:p>
            <a:pPr lvl="0"/>
            <a:r>
              <a:rPr lang="en-US"/>
              <a:t>Standard bullet 16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213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Single column content slide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FC30F-D90F-4081-84AD-5021EEF2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7F31C-C68E-4CC9-99B9-F4A13795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6211B-B861-4D47-82A5-98F0465B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61996"/>
            <a:ext cx="11277600" cy="4138803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/>
            </a:lvl2pPr>
          </a:lstStyle>
          <a:p>
            <a:pPr lvl="0"/>
            <a:r>
              <a:rPr lang="en-US"/>
              <a:t>Standard Text 16</a:t>
            </a:r>
          </a:p>
          <a:p>
            <a:pPr lvl="0"/>
            <a:r>
              <a:rPr lang="en-US"/>
              <a:t>Standard bullet 16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07DFCD3-CE14-EA48-9EA3-FBDA19CE4F24}"/>
              </a:ext>
            </a:extLst>
          </p:cNvPr>
          <p:cNvSpPr txBox="1">
            <a:spLocks/>
          </p:cNvSpPr>
          <p:nvPr userDrawn="1"/>
        </p:nvSpPr>
        <p:spPr>
          <a:xfrm>
            <a:off x="478824" y="1600200"/>
            <a:ext cx="11277600" cy="66179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869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>
                <a:solidFill>
                  <a:schemeClr val="tx1"/>
                </a:solidFill>
              </a:rPr>
              <a:t>Subtitle</a:t>
            </a:r>
            <a:endParaRPr lang="en-PH" sz="2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8996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Two column content slide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FC30F-D90F-4081-84AD-5021EEF2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7F31C-C68E-4CC9-99B9-F4A13795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6211B-B861-4D47-82A5-98F0465B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309018"/>
            <a:ext cx="5524500" cy="4091782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203639-DCA9-4BBA-A1F3-753BF58A05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842292"/>
            <a:ext cx="5524500" cy="2381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98836C9-68B5-4657-982E-52E03AAC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0300" y="2309017"/>
            <a:ext cx="5524500" cy="4091781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A9F80A-32AD-4602-AD0E-143DE6B70B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300" y="1842292"/>
            <a:ext cx="5524500" cy="2381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326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Two column content slide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FC30F-D90F-4081-84AD-5021EEF2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7F31C-C68E-4CC9-99B9-F4A13795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6211B-B861-4D47-82A5-98F0465B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43200"/>
            <a:ext cx="5524500" cy="36576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203639-DCA9-4BBA-A1F3-753BF58A05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276474"/>
            <a:ext cx="5524500" cy="2381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98836C9-68B5-4657-982E-52E03AAC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0300" y="2743200"/>
            <a:ext cx="5524500" cy="36576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A9F80A-32AD-4602-AD0E-143DE6B70B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300" y="2276474"/>
            <a:ext cx="5524500" cy="2381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18C9305-2532-564D-B4B1-6CEDA77AC7CA}"/>
              </a:ext>
            </a:extLst>
          </p:cNvPr>
          <p:cNvSpPr txBox="1">
            <a:spLocks/>
          </p:cNvSpPr>
          <p:nvPr userDrawn="1"/>
        </p:nvSpPr>
        <p:spPr>
          <a:xfrm>
            <a:off x="478824" y="1600200"/>
            <a:ext cx="11277600" cy="66179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869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>
                <a:solidFill>
                  <a:schemeClr val="tx1"/>
                </a:solidFill>
              </a:rPr>
              <a:t>Subtitle</a:t>
            </a:r>
            <a:endParaRPr lang="en-PH" sz="2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0088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Three column content slide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FC30F-D90F-4081-84AD-5021EEF2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7F31C-C68E-4CC9-99B9-F4A13795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6211B-B861-4D47-82A5-98F0465B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300520"/>
            <a:ext cx="3581400" cy="4100279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203639-DCA9-4BBA-A1F3-753BF58A05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833795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98836C9-68B5-4657-982E-52E03AAC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7200" y="2300520"/>
            <a:ext cx="3581400" cy="4100279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A9F80A-32AD-4602-AD0E-143DE6B70B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67200" y="1833795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134F5A69-A25D-405C-AD1C-37A59E633A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5300" y="2300521"/>
            <a:ext cx="3581400" cy="4100278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72B29582-9D7B-409D-8BAF-67D6EDE8B4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5300" y="1833795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8224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Three column content slide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FC30F-D90F-4081-84AD-5021EEF2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7F31C-C68E-4CC9-99B9-F4A13795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6211B-B861-4D47-82A5-98F0465B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43200"/>
            <a:ext cx="3581400" cy="36576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203639-DCA9-4BBA-A1F3-753BF58A05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276474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98836C9-68B5-4657-982E-52E03AAC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7200" y="2743199"/>
            <a:ext cx="3581400" cy="3657599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A9F80A-32AD-4602-AD0E-143DE6B70B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67200" y="2276474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134F5A69-A25D-405C-AD1C-37A59E633A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5300" y="2743200"/>
            <a:ext cx="3581400" cy="36576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72B29582-9D7B-409D-8BAF-67D6EDE8B4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5300" y="2276474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B9A1639-8CE9-3C48-A231-0771FB858034}"/>
              </a:ext>
            </a:extLst>
          </p:cNvPr>
          <p:cNvSpPr txBox="1">
            <a:spLocks/>
          </p:cNvSpPr>
          <p:nvPr userDrawn="1"/>
        </p:nvSpPr>
        <p:spPr>
          <a:xfrm>
            <a:off x="478824" y="1600200"/>
            <a:ext cx="11277600" cy="66179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869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>
                <a:solidFill>
                  <a:schemeClr val="tx1"/>
                </a:solidFill>
              </a:rPr>
              <a:t>Subtitle</a:t>
            </a:r>
            <a:endParaRPr lang="en-PH" sz="2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1568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96AD41-266C-4571-BD90-D949772F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82C76-F6F3-447F-A75C-9396F9D5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87D24936-7028-4BCA-BA74-9157A23F8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9700" y="2286000"/>
            <a:ext cx="9372600" cy="1600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8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“An inspirational and credible client quote that backs up the key message throughout the document and is attempting to get across to the reader or assessor.”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481759E4-DDDC-471A-82DE-8F17703FCF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4114800"/>
            <a:ext cx="9372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Role Organization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2188494-752F-8B79-5784-9661646657FA}"/>
              </a:ext>
            </a:extLst>
          </p:cNvPr>
          <p:cNvSpPr txBox="1">
            <a:spLocks/>
          </p:cNvSpPr>
          <p:nvPr userDrawn="1"/>
        </p:nvSpPr>
        <p:spPr>
          <a:xfrm>
            <a:off x="77959" y="6446836"/>
            <a:ext cx="17145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1513" rtl="0" eaLnBrk="1" latinLnBrk="0" hangingPunct="1">
              <a:defRPr sz="9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1513" algn="l" defTabSz="451513" rtl="0" eaLnBrk="1" latinLnBrk="0" hangingPunct="1"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03024" algn="l" defTabSz="451513" rtl="0" eaLnBrk="1" latinLnBrk="0" hangingPunct="1"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4537" algn="l" defTabSz="451513" rtl="0" eaLnBrk="1" latinLnBrk="0" hangingPunct="1"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6050" algn="l" defTabSz="451513" rtl="0" eaLnBrk="1" latinLnBrk="0" hangingPunct="1"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57561" algn="l" defTabSz="451513" rtl="0" eaLnBrk="1" latinLnBrk="0" hangingPunct="1"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09074" algn="l" defTabSz="451513" rtl="0" eaLnBrk="1" latinLnBrk="0" hangingPunct="1"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0586" algn="l" defTabSz="451513" rtl="0" eaLnBrk="1" latinLnBrk="0" hangingPunct="1"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12099" algn="l" defTabSz="451513" rtl="0" eaLnBrk="1" latinLnBrk="0" hangingPunct="1">
              <a:defRPr sz="17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Chart v.0 de 15/12/2022</a:t>
            </a:r>
          </a:p>
        </p:txBody>
      </p:sp>
    </p:spTree>
    <p:extLst>
      <p:ext uri="{BB962C8B-B14F-4D97-AF65-F5344CB8AC3E}">
        <p14:creationId xmlns:p14="http://schemas.microsoft.com/office/powerpoint/2010/main" val="21606503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quote -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87D24936-7028-4BCA-BA74-9157A23F8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9700" y="2286000"/>
            <a:ext cx="9372600" cy="1600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8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“An inspirational and credible client quote that backs up the key message throughout the document and is attempting to get across to the reader or assessor.”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481759E4-DDDC-471A-82DE-8F17703FCF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4114800"/>
            <a:ext cx="9372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Role Organization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9F0C3B73-35C5-4C9C-9477-B4DCE6590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fld id="{A0BEE50B-DF5F-4EE0-B2E4-70A3C4CF1C51}" type="datetime3">
              <a:rPr lang="en-US" smtClean="0"/>
              <a:t>26 April 2026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629ABAB-D9C0-41F5-9318-F6C7A95E7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20FC342-35AD-479B-BFC3-B9548C0DA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533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-lin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C91CC-F6C0-46C8-AD41-966625DF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1D72CD-903A-4DA5-A4AE-CB64DA00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F9C5-65E1-4ACA-8722-699E20411C12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52E12-BD9B-4D11-8619-94938027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C05E4-5407-478F-902A-77A4A669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58B04FE-4F42-4EFB-B1CE-BD4CCF07B4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28800"/>
            <a:ext cx="7429500" cy="685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419B76A8-F75C-4A84-BA78-0F10BAB9342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743200"/>
            <a:ext cx="7429500" cy="3657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CF93632D-B9B1-42EC-B6DD-06CFA704D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743200"/>
            <a:ext cx="3619500" cy="16002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“Arcadis have delivered incredible outcomes for our people and our clients. We have worked collaboratively together to far exceed our expectations at the start of this project.”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29AFD24-B5A4-4A36-A5FB-E5A6A8150E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5300" y="4572000"/>
            <a:ext cx="3619500" cy="1397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400" b="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Role Organization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94148E-040C-45F1-833B-57885EB3C6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993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-outs - Image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7D24B23D-CD1A-46D9-8DFF-0714C877178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F7EFBD7E-84AE-4193-97A7-6053CA80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fld id="{728B004E-4B0B-4DF1-AA0F-92C7B3BE2D33}" type="datetime3">
              <a:rPr lang="en-US" smtClean="0"/>
              <a:t>26 April 2026</a:t>
            </a:fld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ED1264-F351-4CA8-9D38-F5167E4E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574CAA3B-8EAA-4562-9B16-819D52DA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1AFEDCA-5DFA-4012-BB79-36C20DA06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200" y="2435801"/>
            <a:ext cx="3276600" cy="535999"/>
          </a:xfrm>
        </p:spPr>
        <p:txBody>
          <a:bodyPr rIns="90000">
            <a:noAutofit/>
          </a:bodyPr>
          <a:lstStyle>
            <a:lvl1pPr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68EE003-0251-496B-8C8B-76B18E7545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8201" y="3086100"/>
            <a:ext cx="3276600" cy="1257300"/>
          </a:xfrm>
          <a:prstGeom prst="rect">
            <a:avLst/>
          </a:prstGeom>
        </p:spPr>
        <p:txBody>
          <a:bodyPr lIns="0" tIns="0" rIns="9000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51439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-outs - T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E6D1-5C65-4E06-B9F8-41A42A7A58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4BB14A-8B8D-4DCB-9287-4C5AFB4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A3498-95C6-4A4A-BA58-BA750360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7ED24-D782-482D-B943-FAB11465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842E95FB-1D7B-493D-868E-7464FFA1AB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28800"/>
            <a:ext cx="7429500" cy="1600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F4DAFD0-4FB4-425B-A42D-299133C97D3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3886200"/>
            <a:ext cx="55245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62137EE0-DE44-4020-9C7B-B557B6A445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1828800"/>
            <a:ext cx="3619500" cy="1600200"/>
          </a:xfrm>
          <a:prstGeom prst="rect">
            <a:avLst/>
          </a:prstGeom>
          <a:solidFill>
            <a:srgbClr val="F8D8C3"/>
          </a:solidFill>
        </p:spPr>
        <p:txBody>
          <a:bodyPr lIns="180000" tIns="180000" rIns="180000" bIns="180000"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6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Call out box styles mirror those across the rest of our suite of </a:t>
            </a:r>
            <a:r>
              <a:rPr lang="en-US" err="1"/>
              <a:t>outputs.The</a:t>
            </a:r>
            <a:r>
              <a:rPr lang="en-US"/>
              <a:t> call out box text can be edited and is designed to resize to accommodate different size text flows.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57CB78A-33C8-4FC1-B165-81F4C2A13BC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10300" y="3886200"/>
            <a:ext cx="55245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084BFF-52EC-4C60-AA20-3DBA1E8DE8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813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-outs -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E6D1-5C65-4E06-B9F8-41A42A7A58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4BB14A-8B8D-4DCB-9287-4C5AFB4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A3498-95C6-4A4A-BA58-BA750360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7ED24-D782-482D-B943-FAB11465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842E95FB-1D7B-493D-868E-7464FFA1AB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28800"/>
            <a:ext cx="7429500" cy="1600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F4DAFD0-4FB4-425B-A42D-299133C97D3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3886200"/>
            <a:ext cx="55245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62137EE0-DE44-4020-9C7B-B557B6A445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1828800"/>
            <a:ext cx="3619500" cy="16002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lIns="180000" tIns="180000" rIns="180000" bIns="180000"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6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Call out box styles mirror those across the rest of our suite of </a:t>
            </a:r>
            <a:r>
              <a:rPr lang="en-US" err="1"/>
              <a:t>outputs.The</a:t>
            </a:r>
            <a:r>
              <a:rPr lang="en-US"/>
              <a:t> call out box text can be edited and is designed to resize to accommodate different size text flows.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57CB78A-33C8-4FC1-B165-81F4C2A13BC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10300" y="3886200"/>
            <a:ext cx="55245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761D6C-C804-4FBF-A988-616C419621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714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Video Content - Embedd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5935665-280C-4908-9891-241F791D7F18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embed a video</a:t>
            </a:r>
          </a:p>
        </p:txBody>
      </p:sp>
    </p:spTree>
    <p:extLst>
      <p:ext uri="{BB962C8B-B14F-4D97-AF65-F5344CB8AC3E}">
        <p14:creationId xmlns:p14="http://schemas.microsoft.com/office/powerpoint/2010/main" val="25789406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A8869CB-2223-4946-81BC-8717270A6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9ADB8E11-AF01-4EEB-8E7C-CFE5ACF7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FB8E6AE-CE09-47D7-920B-FDC64A53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0F11B9D-7BF2-45D1-ABB7-7D17F89B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778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A8869CB-2223-4946-81BC-8717270A6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1828800"/>
            <a:ext cx="112776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9CBD-AF1F-4C24-B1D3-A7A9BEC7E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Single image slide title</a:t>
            </a:r>
            <a:endParaRPr lang="en-PH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9ADB8E11-AF01-4EEB-8E7C-CFE5ACF7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FB8E6AE-CE09-47D7-920B-FDC64A53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0F11B9D-7BF2-45D1-ABB7-7D17F89B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AB2F11-B6C1-B84C-AFFE-6F6717C01B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174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4049965-34B5-48F5-8EBC-41C49A3311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67200" y="0"/>
            <a:ext cx="79248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ECC8B-4B56-4777-97FD-BF1D9B8F0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43000"/>
            <a:ext cx="3581399" cy="25146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Single image with description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AF6AE8-D2B1-4EB5-BBB4-9077B1F7CB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4114800"/>
            <a:ext cx="3581399" cy="228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Overview text here as additional description for the image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ED1264-F351-4CA8-9D38-F5167E4E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>
            <a:lvl1pPr>
              <a:defRPr>
                <a:solidFill>
                  <a:srgbClr val="C2C1C1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1DA22D19-39BA-A541-91CE-6DE28425E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2A55820-A9F4-1B44-BC00-F2A203B9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420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A8869CB-2223-4946-81BC-8717270A6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3886200"/>
            <a:ext cx="55245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video still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2C63D43-69CB-4811-B72D-5F3DCB5156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10300" y="1828800"/>
            <a:ext cx="5524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video still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9CBD-AF1F-4C24-B1D3-A7A9BEC7E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3250F41B-9145-47D2-ABD7-EBD915A67B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28800"/>
            <a:ext cx="5524500" cy="1600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9ADB8E11-AF01-4EEB-8E7C-CFE5ACF7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FB8E6AE-CE09-47D7-920B-FDC64A53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0F11B9D-7BF2-45D1-ABB7-7D17F89B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BD6C6B-CE11-4D0F-9437-0FE8560352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368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with descri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A8869CB-2223-4946-81BC-8717270A6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0302" y="4114800"/>
            <a:ext cx="5524500" cy="2285999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2C63D43-69CB-4811-B72D-5F3DCB5156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1828800"/>
            <a:ext cx="5524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9CBD-AF1F-4C24-B1D3-A7A9BEC7E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Three image slide title</a:t>
            </a:r>
            <a:endParaRPr lang="en-PH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9ADB8E11-AF01-4EEB-8E7C-CFE5ACF7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FB8E6AE-CE09-47D7-920B-FDC64A53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0F11B9D-7BF2-45D1-ABB7-7D17F89B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BD6C6B-CE11-4D0F-9437-0FE8560352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9A60CDB-16CE-3146-B810-249BD5D781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10302" y="1828800"/>
            <a:ext cx="5524500" cy="20574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9095193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2C63D43-69CB-4811-B72D-5F3DCB5156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1828800"/>
            <a:ext cx="35814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9CBD-AF1F-4C24-B1D3-A7A9BEC7E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Three image slide title</a:t>
            </a:r>
            <a:endParaRPr lang="en-PH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9ADB8E11-AF01-4EEB-8E7C-CFE5ACF7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FB8E6AE-CE09-47D7-920B-FDC64A53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0F11B9D-7BF2-45D1-ABB7-7D17F89B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BD6C6B-CE11-4D0F-9437-0FE8560352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FF410F7-E40B-DF41-B357-09FB5BA627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67200" y="1828800"/>
            <a:ext cx="3619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C40E00-B15B-E042-A7AA-E28675055E5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5300" y="1828800"/>
            <a:ext cx="3619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3890451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A8869CB-2223-4946-81BC-8717270A6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1828800"/>
            <a:ext cx="5524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2C63D43-69CB-4811-B72D-5F3DCB5156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10300" y="1828800"/>
            <a:ext cx="5524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9CBD-AF1F-4C24-B1D3-A7A9BEC7E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Two image slide title</a:t>
            </a:r>
            <a:endParaRPr lang="en-PH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9ADB8E11-AF01-4EEB-8E7C-CFE5ACF7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FB8E6AE-CE09-47D7-920B-FDC64A53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0F11B9D-7BF2-45D1-ABB7-7D17F89B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BD6C6B-CE11-4D0F-9437-0FE8560352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17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A481-AFC3-4B48-A5A1-24BC5FA605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4831D-50B6-45FD-858A-076E5021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9FDED-66EB-4FC3-8D66-FDC7FA759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47767-2113-42C2-896C-F0DEFDF4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8EC24-1B0B-4063-90EF-2B01EE915F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518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 - Multi-image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F063-B0BD-4053-ADC6-99766F39F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4572000" cy="685799"/>
          </a:xfrm>
        </p:spPr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F2E6C-2AC3-46CC-ADD7-FBC44617D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CFF94-9D68-4764-B509-2DFCB703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E121F-6096-426B-8D0F-9FEB96CC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8F504382-8ECA-4BCC-BB7E-448D5DB4B9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600200"/>
            <a:ext cx="4572000" cy="20504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3CBCC71-2452-4503-B1A4-108D5F857D1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57800" y="3886200"/>
            <a:ext cx="64770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6D093F3-ED3C-4484-84B5-EAC2CCB96C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257800" y="914400"/>
            <a:ext cx="6477000" cy="27432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2898094A-56AA-4694-83D1-C0FA897C33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3893126"/>
            <a:ext cx="3619500" cy="6788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ACB6B04-7D78-420C-A227-6088AB0653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09700" y="4800600"/>
            <a:ext cx="3619500" cy="6788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635274F4-DEFE-4EDD-B848-9F30F5BF1B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09700" y="5715000"/>
            <a:ext cx="3619500" cy="6788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EF84345-26F4-F84C-999E-35292B5BB42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" y="3886200"/>
            <a:ext cx="723900" cy="685801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an icon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96A5646-1541-2D4E-A431-0119CA2409B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57200" y="4800600"/>
            <a:ext cx="723900" cy="685801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an icon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599404F-9789-6D40-8749-27B4FA39042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" y="5715000"/>
            <a:ext cx="723900" cy="685801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an icon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0A85FF-25E8-1A40-83BB-9282DF1D5B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7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F063-B0BD-4053-ADC6-99766F39F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86201"/>
            <a:ext cx="4572000" cy="685799"/>
          </a:xfrm>
        </p:spPr>
        <p:txBody>
          <a:bodyPr/>
          <a:lstStyle/>
          <a:p>
            <a:r>
              <a:rPr lang="en-US"/>
              <a:t>Multi image slide title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F2E6C-2AC3-46CC-ADD7-FBC44617D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CFF94-9D68-4764-B509-2DFCB703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E121F-6096-426B-8D0F-9FEB96CC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8F504382-8ECA-4BCC-BB7E-448D5DB4B9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045412"/>
            <a:ext cx="4572000" cy="11267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3CBCC71-2452-4503-B1A4-108D5F857D1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067800" y="3886200"/>
            <a:ext cx="26670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6D093F3-ED3C-4484-84B5-EAC2CCB96C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10300" y="914400"/>
            <a:ext cx="5524500" cy="27432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1434175-4EE8-4C23-B6F6-EB9CE5C8E24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10300" y="3886200"/>
            <a:ext cx="2628900" cy="2514599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D8477AEF-69A9-4639-87C4-67E33637187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914399"/>
            <a:ext cx="5524500" cy="27432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27D95C-5762-EE4D-9671-248BC6815E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7645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 Lis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F063-B0BD-4053-ADC6-99766F39F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74CB9AC7-D54D-4C82-AB92-62474793D3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9700" y="2057400"/>
            <a:ext cx="2628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A3E38B9-57D3-4241-8001-2CF71DA7A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2514600"/>
            <a:ext cx="26289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C8DC81F-F6C8-4AE3-A187-6005D0D828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704B3F5D-456F-4F33-9435-402FF42EB7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7800" y="2057400"/>
            <a:ext cx="2628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E55DDE99-7262-400F-B216-385B8CD092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7800" y="2514600"/>
            <a:ext cx="26289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C69768B3-F736-452B-9775-EC16E279D5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53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70AD79E9-43D9-4C8D-A8CF-810BC004B2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7800" y="2057400"/>
            <a:ext cx="26670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4202B5C-1CAC-4915-9A0A-B1BF367BD4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7800" y="2514600"/>
            <a:ext cx="26670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72DDA7-CFC1-4BCC-93E2-F7D8DEC29C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153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73011CBA-9A19-4F30-ACD7-117613755E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09700" y="4128653"/>
            <a:ext cx="26289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A0B31D11-CF69-405C-93F7-CB06714A07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09700" y="4585853"/>
            <a:ext cx="26289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F77C7971-AD10-4979-8E30-7CB7030D879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838A750F-7B19-436E-816B-E0A0419F04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57800" y="4128653"/>
            <a:ext cx="26289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8BA42E28-AEFB-436A-9309-E614AD99A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57800" y="4585853"/>
            <a:ext cx="26289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859D29E2-ABB3-4AD2-99D6-EC2E0AB684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053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169D9B2C-EAE1-4BBA-83F4-628331339D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800" y="4128653"/>
            <a:ext cx="26670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7CD9D46E-1D14-4ED4-B92B-D635B6A4DA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67800" y="4585853"/>
            <a:ext cx="26670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67BA5F19-CDD6-485D-B65A-B6DFB8BB42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153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17C6EFB-0834-BB4F-95BA-F5EAC4B710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56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 list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F063-B0BD-4053-ADC6-99766F39F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74CB9AC7-D54D-4C82-AB92-62474793D3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9700" y="2057400"/>
            <a:ext cx="2628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A3E38B9-57D3-4241-8001-2CF71DA7A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2514600"/>
            <a:ext cx="26289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C8DC81F-F6C8-4AE3-A187-6005D0D828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704B3F5D-456F-4F33-9435-402FF42EB7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7800" y="2057400"/>
            <a:ext cx="2628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E55DDE99-7262-400F-B216-385B8CD092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7800" y="2514600"/>
            <a:ext cx="26289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C69768B3-F736-452B-9775-EC16E279D5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53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70AD79E9-43D9-4C8D-A8CF-810BC004B2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7800" y="2057400"/>
            <a:ext cx="26670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4202B5C-1CAC-4915-9A0A-B1BF367BD4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7800" y="2514600"/>
            <a:ext cx="26670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72DDA7-CFC1-4BCC-93E2-F7D8DEC29C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153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73011CBA-9A19-4F30-ACD7-117613755E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09700" y="4128653"/>
            <a:ext cx="26289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A0B31D11-CF69-405C-93F7-CB06714A07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09700" y="4585853"/>
            <a:ext cx="26289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F77C7971-AD10-4979-8E30-7CB7030D879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838A750F-7B19-436E-816B-E0A0419F04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57800" y="4128653"/>
            <a:ext cx="26289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8BA42E28-AEFB-436A-9309-E614AD99A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57800" y="4585853"/>
            <a:ext cx="26289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859D29E2-ABB3-4AD2-99D6-EC2E0AB684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053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169D9B2C-EAE1-4BBA-83F4-628331339D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800" y="4128653"/>
            <a:ext cx="26670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7CD9D46E-1D14-4ED4-B92B-D635B6A4DA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67800" y="4585853"/>
            <a:ext cx="26670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67BA5F19-CDD6-485D-B65A-B6DFB8BB42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153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pic>
        <p:nvPicPr>
          <p:cNvPr id="34" name="Picture 33" descr="&#10;">
            <a:extLst>
              <a:ext uri="{FF2B5EF4-FFF2-40B4-BE49-F238E27FC236}">
                <a16:creationId xmlns:a16="http://schemas.microsoft.com/office/drawing/2014/main" id="{7DAA6D68-FCAC-F349-9566-13D9C60B3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65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3412-F8F5-4C34-944B-36CFCB732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2628900" cy="5029200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Agenda Title</a:t>
            </a:r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3C01C-5E4A-48C8-8DFB-9535E246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77579DE-DB74-46FF-84F6-29EC955B4E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7200" y="1614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1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1D393E6-10CC-413D-9A57-F7E0D26284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67200" y="2071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C026DCF-CD0E-413B-82F9-C0581F01DB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14700" y="1614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C9C2AA-911A-4114-91C9-6EAE696FCF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2743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2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26C0E548-7870-429B-9B92-BE3E3CD550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7200" y="3200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D6A66BA-4543-4786-A6ED-D01CD326E12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14700" y="2743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2FC311F8-36DC-47B9-A8A5-AC899D0C93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0" y="3900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3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28B10F1-284B-4904-BFA3-824B1F9640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67200" y="4357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7283BFC4-D845-4FE4-8401-A18F675BA6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4700" y="3900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9218627-9DF4-4DC1-9A04-89B60B9109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67200" y="5029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4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97FE195-12FD-4EC5-A4A3-0D6AD5612C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5486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7EAAFE9-5464-46B3-939E-F208BB8817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14700" y="5029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25E291D-C6D2-4A0E-856B-CDFBB4EE7B8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5300" y="1614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5 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3B294A3-5269-4870-BA22-91A0F2576C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15300" y="2071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6CC0FA-801B-4C6B-97D2-B74D0C37B3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62800" y="1614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3D55642-1561-4CFF-B79B-7885279827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15300" y="2743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6 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F537D0E4-9430-468F-96FA-C52F27D321E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5300" y="3200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6FDAFE21-5787-40BD-BE6B-42F86C3548B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62800" y="2743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2D29A6F-7B29-4D19-A9AB-E3CDAA617D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5300" y="3900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7 title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713DB33C-7EB8-4578-A2D2-DCCF4520676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5300" y="4357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5D990D95-93AC-4539-8642-BFEF3663DE4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62800" y="3900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22F9D84F-2EA4-4D8D-BDF7-6EB3D868B4A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15300" y="5029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8 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D1B6D1AF-9D74-4A85-B7E1-7B96E1A558B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15300" y="5486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54C20AAC-ACA0-42AB-BCE9-56AA810FC58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62800" y="5029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8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D1CB2D3-6054-9E48-8B7A-D6DECFA632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7234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3412-F8F5-4C34-944B-36CFCB732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2628900" cy="5029200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Agenda Title</a:t>
            </a:r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3C01C-5E4A-48C8-8DFB-9535E246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77579DE-DB74-46FF-84F6-29EC955B4E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7200" y="1614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1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1D393E6-10CC-413D-9A57-F7E0D26284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67200" y="2071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C026DCF-CD0E-413B-82F9-C0581F01DB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14700" y="1614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C9C2AA-911A-4114-91C9-6EAE696FCF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2743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2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26C0E548-7870-429B-9B92-BE3E3CD550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7200" y="3200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D6A66BA-4543-4786-A6ED-D01CD326E12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14700" y="2743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2FC311F8-36DC-47B9-A8A5-AC899D0C93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0" y="3900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3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28B10F1-284B-4904-BFA3-824B1F9640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67200" y="4357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7283BFC4-D845-4FE4-8401-A18F675BA6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4700" y="3900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9218627-9DF4-4DC1-9A04-89B60B9109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67200" y="5029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4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97FE195-12FD-4EC5-A4A3-0D6AD5612C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5486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7EAAFE9-5464-46B3-939E-F208BB8817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14700" y="5029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25E291D-C6D2-4A0E-856B-CDFBB4EE7B8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5300" y="1614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5 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3B294A3-5269-4870-BA22-91A0F2576C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15300" y="2071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6CC0FA-801B-4C6B-97D2-B74D0C37B3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62800" y="1614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3D55642-1561-4CFF-B79B-7885279827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15300" y="2743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6 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F537D0E4-9430-468F-96FA-C52F27D321E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5300" y="3200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6FDAFE21-5787-40BD-BE6B-42F86C3548B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62800" y="2743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2D29A6F-7B29-4D19-A9AB-E3CDAA617D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5300" y="3900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7 title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713DB33C-7EB8-4578-A2D2-DCCF4520676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5300" y="4357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5D990D95-93AC-4539-8642-BFEF3663DE4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62800" y="3900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22F9D84F-2EA4-4D8D-BDF7-6EB3D868B4A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15300" y="5029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8 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D1B6D1AF-9D74-4A85-B7E1-7B96E1A558B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15300" y="5486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54C20AAC-ACA0-42AB-BCE9-56AA810FC58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62800" y="5029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8</a:t>
            </a:r>
          </a:p>
        </p:txBody>
      </p:sp>
      <p:pic>
        <p:nvPicPr>
          <p:cNvPr id="32" name="Picture 31" descr="&#10;">
            <a:extLst>
              <a:ext uri="{FF2B5EF4-FFF2-40B4-BE49-F238E27FC236}">
                <a16:creationId xmlns:a16="http://schemas.microsoft.com/office/drawing/2014/main" id="{457C6F17-416C-164E-AF03-802469A5A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076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16A7-2413-4DEA-998F-44BA9197DA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65E6A-A3AB-4223-969B-B70BB8C1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8E35D0D9-5B28-41AF-8FFF-51B3BB0B9F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672608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3AAFDD20-5CB4-4E7B-8A4B-580E186EB3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969330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1D2D96-5863-4E23-8681-D4FE16A16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87F9A40D-E5DD-4230-B23C-691D9FEB7F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071254"/>
            <a:ext cx="1094509" cy="13577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B885B5F-0954-49E7-AA53-075C3516A0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4343400"/>
            <a:ext cx="262890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description of a few lines to introduce a key fact or interesting talking point of this team member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868D2F65-B2D4-4F26-8D5F-34C8339CF9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14700" y="3672608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96DA15-06C1-48C4-9502-4E8B56D8C9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4700" y="3969330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DC739CA2-9BBD-46D8-959F-BD6B5478199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314700" y="2071254"/>
            <a:ext cx="1094509" cy="13577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3666465-77EF-48D5-8577-2CB313F81F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14700" y="4343400"/>
            <a:ext cx="262890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description of a few lines to introduce a key fact or interesting talking point of this team member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596144F-8291-4980-9EEA-CB143F3B34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0300" y="3672608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80EEFCF3-A6F0-40D5-BE23-0D575FC0BF4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0300" y="3969330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812ADEC8-0B85-4CCE-B064-2F60ECB6FF9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210300" y="2071254"/>
            <a:ext cx="1094509" cy="13577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4AD58B23-B3B7-4810-8563-90E425A88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0300" y="4343400"/>
            <a:ext cx="262890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description of a few lines to introduce a key fact or interesting talking point of this team member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108268C-8B6E-4DD2-9A95-7B5F9BDDDD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7800" y="3672608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02DA79F-C7C5-476C-9A18-61B31B27993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67800" y="3969330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FA7C9EED-B939-4DF9-8ECD-1BBC57725E7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067800" y="2071254"/>
            <a:ext cx="1094509" cy="13577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9CCE0E4F-F021-4673-AE69-FAAFAEDBA1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67800" y="4343400"/>
            <a:ext cx="262890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description of a few lines to introduce a key fact or interesting talking point of this team member</a:t>
            </a:r>
          </a:p>
        </p:txBody>
      </p:sp>
      <p:sp>
        <p:nvSpPr>
          <p:cNvPr id="28" name="Date Placeholder 2">
            <a:extLst>
              <a:ext uri="{FF2B5EF4-FFF2-40B4-BE49-F238E27FC236}">
                <a16:creationId xmlns:a16="http://schemas.microsoft.com/office/drawing/2014/main" id="{2BB379EA-B683-EB43-871D-BD3F6883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67800" y="6446837"/>
            <a:ext cx="1714500" cy="365125"/>
          </a:xfrm>
        </p:spPr>
        <p:txBody>
          <a:bodyPr/>
          <a:lstStyle/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0782CA2D-3339-B046-8B48-3ED9BA0F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0900" y="6446837"/>
            <a:ext cx="723900" cy="365125"/>
          </a:xfrm>
        </p:spPr>
        <p:txBody>
          <a:bodyPr/>
          <a:lstStyle/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511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111703-491E-4C29-AA49-D7743322B4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2C491A1-596D-4F98-B2B4-1390B9EE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D3C3DF-07C9-476C-AC69-B1DC18183ED0}"/>
              </a:ext>
            </a:extLst>
          </p:cNvPr>
          <p:cNvSpPr txBox="1"/>
          <p:nvPr userDrawn="1"/>
        </p:nvSpPr>
        <p:spPr>
          <a:xfrm>
            <a:off x="457200" y="6037943"/>
            <a:ext cx="2601190" cy="1661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lvl="0" indent="0" algn="l" defTabSz="986912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en-US"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Arcadis.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Improving quality of life.</a:t>
            </a:r>
            <a:endParaRPr lang="en-PH" sz="12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33257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with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D0BEDAC-CC6F-492A-BB9E-D7668217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BD71C-D8EF-4234-A2D0-085295E2EC52}"/>
              </a:ext>
            </a:extLst>
          </p:cNvPr>
          <p:cNvSpPr txBox="1"/>
          <p:nvPr userDrawn="1"/>
        </p:nvSpPr>
        <p:spPr>
          <a:xfrm>
            <a:off x="457200" y="6037943"/>
            <a:ext cx="2601190" cy="1661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lvl="0" indent="0" algn="l" defTabSz="986912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en-US"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Arcadis.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Improving quality of life.</a:t>
            </a:r>
            <a:endParaRPr lang="en-PH" sz="12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2E485-D736-4DCB-95B5-1F51A5B069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99BBA926-2F06-4BAA-803E-52ECFB7751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9700" y="2071254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DFC0252-57A3-46DD-9427-F2791D0270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2400993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5B3955F-7CDE-468A-AFD1-FBD8C68E0E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2071254"/>
            <a:ext cx="723899" cy="8878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88CAFCB-962C-446A-85AD-1C20E120F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71599"/>
            <a:ext cx="3581400" cy="457199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/>
              <a:t>Contact Us</a:t>
            </a:r>
            <a:endParaRPr lang="en-PH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9AF3F018-2B2A-4D9F-BF18-FADB2BE121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09700" y="2745740"/>
            <a:ext cx="2628900" cy="213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name@arcadis.com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D788D96-85C2-4AA3-9798-7A6DCCE7CA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09700" y="3434483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4EE1C37F-6B8B-402C-90C4-8EB95105D3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09700" y="3755110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A0FAD612-061C-456B-8750-9FBD298633F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57201" y="3444421"/>
            <a:ext cx="723899" cy="8878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72B3707-2853-497B-9202-A64DFDF842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09700" y="4114800"/>
            <a:ext cx="2628900" cy="213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name@arcadis.com</a:t>
            </a:r>
          </a:p>
        </p:txBody>
      </p:sp>
    </p:spTree>
    <p:extLst>
      <p:ext uri="{BB962C8B-B14F-4D97-AF65-F5344CB8AC3E}">
        <p14:creationId xmlns:p14="http://schemas.microsoft.com/office/powerpoint/2010/main" val="8354812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Slide with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D0BEDAC-CC6F-492A-BB9E-D7668217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6837"/>
            <a:ext cx="1676400" cy="365125"/>
          </a:xfrm>
        </p:spPr>
        <p:txBody>
          <a:bodyPr/>
          <a:lstStyle/>
          <a:p>
            <a:r>
              <a:rPr lang="en-US"/>
              <a:t>© Arcadis 2020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BD71C-D8EF-4234-A2D0-085295E2EC52}"/>
              </a:ext>
            </a:extLst>
          </p:cNvPr>
          <p:cNvSpPr txBox="1"/>
          <p:nvPr userDrawn="1"/>
        </p:nvSpPr>
        <p:spPr>
          <a:xfrm>
            <a:off x="457200" y="6037943"/>
            <a:ext cx="2601190" cy="1661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lvl="0" indent="0" algn="l" defTabSz="986912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en-US"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Arcadis.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Improving quality of life.</a:t>
            </a:r>
            <a:endParaRPr lang="en-PH" sz="12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2E485-D736-4DCB-95B5-1F51A5B069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99BBA926-2F06-4BAA-803E-52ECFB7751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9700" y="2071254"/>
            <a:ext cx="3619500" cy="2013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DFC0252-57A3-46DD-9427-F2791D0270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2282991"/>
            <a:ext cx="3619500" cy="2363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Title/Role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5B3955F-7CDE-468A-AFD1-FBD8C68E0E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2071254"/>
            <a:ext cx="723899" cy="8878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88CAFCB-962C-446A-85AD-1C20E120F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71599"/>
            <a:ext cx="3581400" cy="457199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/>
              <a:t>Contact Us</a:t>
            </a:r>
            <a:endParaRPr lang="en-PH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9AF3F018-2B2A-4D9F-BF18-FADB2BE121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09699" y="2865120"/>
            <a:ext cx="3626465" cy="2133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5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name@arcadis.com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A0FAD612-061C-456B-8750-9FBD298633F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57201" y="3894362"/>
            <a:ext cx="723899" cy="8878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A7EBCCDB-82A3-2647-8C2F-357F2296CA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07742" y="2522507"/>
            <a:ext cx="36195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Address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14F4D0F6-A3E6-584C-AE76-552F0AA581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09700" y="3092574"/>
            <a:ext cx="3617542" cy="2510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5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+(00) 1234 56789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7BE7CAEA-03FF-B841-B4A1-05D3BAF89FF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8623" y="3886320"/>
            <a:ext cx="3619500" cy="2013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1E354D4-91D4-4C46-92C4-51A1F2ADC3C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18623" y="4098057"/>
            <a:ext cx="3619500" cy="2363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Title/Role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78237C3E-C1B0-D54C-AE57-80A34EA7CF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18622" y="4680186"/>
            <a:ext cx="3608619" cy="1958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5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name@arcadis.com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EF5DF5DB-824D-AC4D-9591-435C89E7936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6665" y="4337573"/>
            <a:ext cx="36195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Address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4C1BAAE-9DAA-304D-96A6-DB8AA7A1AFA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18622" y="4907641"/>
            <a:ext cx="3608619" cy="232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5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+(00) 1234 56789</a:t>
            </a:r>
          </a:p>
        </p:txBody>
      </p:sp>
    </p:spTree>
    <p:extLst>
      <p:ext uri="{BB962C8B-B14F-4D97-AF65-F5344CB8AC3E}">
        <p14:creationId xmlns:p14="http://schemas.microsoft.com/office/powerpoint/2010/main" val="244504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0A61E0FB-E446-42A1-AA26-CD4AB9F0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11277600" cy="68579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2A818B3F-FA70-4642-BBE6-C9C0A3EEF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67800" y="6446837"/>
            <a:ext cx="17145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2"/>
                </a:solidFill>
              </a:defRPr>
            </a:lvl1pPr>
          </a:lstStyle>
          <a:p>
            <a:fld id="{F31E42D4-B472-4D33-8D3D-6F0C0E7887EA}" type="datetime3">
              <a:rPr lang="en-US" smtClean="0"/>
              <a:t>26 April 2026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FE304CC-95B9-4477-A957-A1369847F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6837"/>
            <a:ext cx="16764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r>
              <a:rPr lang="en-US"/>
              <a:t>© Arcadis 2020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EC9380A-59AF-457B-814C-C3E6CB9A6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0900" y="6446837"/>
            <a:ext cx="7239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9" r:id="rId3"/>
    <p:sldLayoutId id="2147483760" r:id="rId4"/>
    <p:sldLayoutId id="2147483773" r:id="rId5"/>
    <p:sldLayoutId id="2147483774" r:id="rId6"/>
    <p:sldLayoutId id="2147483764" r:id="rId7"/>
    <p:sldLayoutId id="2147483819" r:id="rId8"/>
    <p:sldLayoutId id="2147483818" r:id="rId9"/>
    <p:sldLayoutId id="2147483768" r:id="rId10"/>
    <p:sldLayoutId id="2147483749" r:id="rId11"/>
    <p:sldLayoutId id="2147483792" r:id="rId12"/>
    <p:sldLayoutId id="2147483761" r:id="rId13"/>
    <p:sldLayoutId id="2147483762" r:id="rId14"/>
    <p:sldLayoutId id="2147483763" r:id="rId15"/>
    <p:sldLayoutId id="2147483755" r:id="rId16"/>
    <p:sldLayoutId id="2147483757" r:id="rId17"/>
    <p:sldLayoutId id="2147483758" r:id="rId18"/>
    <p:sldLayoutId id="2147483770" r:id="rId19"/>
    <p:sldLayoutId id="2147483771" r:id="rId20"/>
    <p:sldLayoutId id="2147483772" r:id="rId21"/>
    <p:sldLayoutId id="2147483777" r:id="rId22"/>
    <p:sldLayoutId id="2147483809" r:id="rId23"/>
    <p:sldLayoutId id="2147483744" r:id="rId24"/>
    <p:sldLayoutId id="2147483808" r:id="rId25"/>
    <p:sldLayoutId id="2147483778" r:id="rId26"/>
    <p:sldLayoutId id="2147483782" r:id="rId27"/>
    <p:sldLayoutId id="2147483779" r:id="rId28"/>
    <p:sldLayoutId id="2147483781" r:id="rId29"/>
    <p:sldLayoutId id="2147483783" r:id="rId30"/>
    <p:sldLayoutId id="2147483784" r:id="rId31"/>
    <p:sldLayoutId id="2147483785" r:id="rId32"/>
    <p:sldLayoutId id="2147483823" r:id="rId33"/>
    <p:sldLayoutId id="2147483825" r:id="rId34"/>
    <p:sldLayoutId id="2147483795" r:id="rId35"/>
    <p:sldLayoutId id="2147483821" r:id="rId36"/>
    <p:sldLayoutId id="2147483816" r:id="rId37"/>
    <p:sldLayoutId id="2147483822" r:id="rId38"/>
    <p:sldLayoutId id="2147483787" r:id="rId39"/>
    <p:sldLayoutId id="2147483789" r:id="rId40"/>
    <p:sldLayoutId id="2147483780" r:id="rId41"/>
    <p:sldLayoutId id="2147483794" r:id="rId42"/>
    <p:sldLayoutId id="2147483788" r:id="rId43"/>
    <p:sldLayoutId id="2147483796" r:id="rId44"/>
    <p:sldLayoutId id="2147483793" r:id="rId45"/>
    <p:sldLayoutId id="2147483813" r:id="rId46"/>
    <p:sldLayoutId id="2147483814" r:id="rId47"/>
    <p:sldLayoutId id="2147483815" r:id="rId48"/>
    <p:sldLayoutId id="2147483797" r:id="rId49"/>
    <p:sldLayoutId id="2147483811" r:id="rId50"/>
    <p:sldLayoutId id="2147483812" r:id="rId51"/>
    <p:sldLayoutId id="2147483810" r:id="rId52"/>
    <p:sldLayoutId id="2147483805" r:id="rId53"/>
    <p:sldLayoutId id="2147483804" r:id="rId54"/>
    <p:sldLayoutId id="2147483807" r:id="rId55"/>
    <p:sldLayoutId id="2147483806" r:id="rId56"/>
    <p:sldLayoutId id="2147483817" r:id="rId57"/>
    <p:sldLayoutId id="2147483799" r:id="rId58"/>
    <p:sldLayoutId id="2147483800" r:id="rId59"/>
    <p:sldLayoutId id="2147483801" r:id="rId60"/>
    <p:sldLayoutId id="2147483798" r:id="rId61"/>
    <p:sldLayoutId id="2147483803" r:id="rId62"/>
    <p:sldLayoutId id="2147483820" r:id="rId63"/>
  </p:sldLayoutIdLst>
  <p:hf hdr="0"/>
  <p:txStyles>
    <p:titleStyle>
      <a:lvl1pPr algn="l" defTabSz="986912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86912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lang="en-US" sz="1800" b="1" kern="1200" dirty="0" smtClean="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270000" algn="l" defTabSz="986912" rtl="0" eaLnBrk="1" latinLnBrk="0" hangingPunct="1">
        <a:lnSpc>
          <a:spcPct val="90000"/>
        </a:lnSpc>
        <a:spcBef>
          <a:spcPts val="60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70000" algn="l" defTabSz="986912" rtl="0" eaLnBrk="1" latinLnBrk="0" hangingPunct="1">
        <a:lnSpc>
          <a:spcPct val="90000"/>
        </a:lnSpc>
        <a:spcBef>
          <a:spcPts val="60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266700" algn="l" defTabSz="986912" rtl="0" eaLnBrk="1" latinLnBrk="0" hangingPunct="1">
        <a:lnSpc>
          <a:spcPct val="90000"/>
        </a:lnSpc>
        <a:spcBef>
          <a:spcPts val="600"/>
        </a:spcBef>
        <a:spcAft>
          <a:spcPts val="1200"/>
        </a:spcAft>
        <a:buClr>
          <a:schemeClr val="accent1"/>
        </a:buClr>
        <a:buFont typeface="Wingdings" panose="05000000000000000000" pitchFamily="2" charset="2"/>
        <a:buChar char="§"/>
        <a:tabLst>
          <a:tab pos="872115" algn="l"/>
        </a:tabLst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266700" algn="l" defTabSz="986912" rtl="0" eaLnBrk="1" latinLnBrk="0" hangingPunct="1">
        <a:lnSpc>
          <a:spcPct val="90000"/>
        </a:lnSpc>
        <a:spcBef>
          <a:spcPts val="60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714008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6pPr>
      <a:lvl7pPr marL="3207464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7pPr>
      <a:lvl8pPr marL="3700920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8pPr>
      <a:lvl9pPr marL="4194376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1pPr>
      <a:lvl2pPr marL="493456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2pPr>
      <a:lvl3pPr marL="986912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3pPr>
      <a:lvl4pPr marL="1480368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4pPr>
      <a:lvl5pPr marL="1973824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5pPr>
      <a:lvl6pPr marL="2467280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6pPr>
      <a:lvl7pPr marL="2960736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7pPr>
      <a:lvl8pPr marL="3454192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8pPr>
      <a:lvl9pPr marL="3947648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288" userDrawn="1">
          <p15:clr>
            <a:srgbClr val="F26B43"/>
          </p15:clr>
        </p15:guide>
        <p15:guide id="19" pos="288" userDrawn="1">
          <p15:clr>
            <a:srgbClr val="F26B43"/>
          </p15:clr>
        </p15:guide>
        <p15:guide id="20" orient="horz" pos="576" userDrawn="1">
          <p15:clr>
            <a:srgbClr val="F26B43"/>
          </p15:clr>
        </p15:guide>
        <p15:guide id="21" orient="horz" pos="4032" userDrawn="1">
          <p15:clr>
            <a:srgbClr val="F26B43"/>
          </p15:clr>
        </p15:guide>
        <p15:guide id="23" orient="horz" pos="432" userDrawn="1">
          <p15:clr>
            <a:srgbClr val="5ACBF0"/>
          </p15:clr>
        </p15:guide>
        <p15:guide id="24" orient="horz" pos="720" userDrawn="1">
          <p15:clr>
            <a:srgbClr val="5ACBF0"/>
          </p15:clr>
        </p15:guide>
        <p15:guide id="25" orient="horz" pos="864" userDrawn="1">
          <p15:clr>
            <a:srgbClr val="5ACBF0"/>
          </p15:clr>
        </p15:guide>
        <p15:guide id="26" orient="horz" pos="1008" userDrawn="1">
          <p15:clr>
            <a:srgbClr val="5ACBF0"/>
          </p15:clr>
        </p15:guide>
        <p15:guide id="27" orient="horz" pos="1152" userDrawn="1">
          <p15:clr>
            <a:srgbClr val="5ACBF0"/>
          </p15:clr>
        </p15:guide>
        <p15:guide id="28" orient="horz" pos="1296" userDrawn="1">
          <p15:clr>
            <a:srgbClr val="5ACBF0"/>
          </p15:clr>
        </p15:guide>
        <p15:guide id="30" orient="horz" pos="1584" userDrawn="1">
          <p15:clr>
            <a:srgbClr val="5ACBF0"/>
          </p15:clr>
        </p15:guide>
        <p15:guide id="31" orient="horz" pos="1728" userDrawn="1">
          <p15:clr>
            <a:srgbClr val="5ACBF0"/>
          </p15:clr>
        </p15:guide>
        <p15:guide id="32" orient="horz" pos="1872" userDrawn="1">
          <p15:clr>
            <a:srgbClr val="5ACBF0"/>
          </p15:clr>
        </p15:guide>
        <p15:guide id="33" orient="horz" pos="2016" userDrawn="1">
          <p15:clr>
            <a:srgbClr val="5ACBF0"/>
          </p15:clr>
        </p15:guide>
        <p15:guide id="34" orient="horz" pos="2160" userDrawn="1">
          <p15:clr>
            <a:srgbClr val="5ACBF0"/>
          </p15:clr>
        </p15:guide>
        <p15:guide id="35" orient="horz" pos="2304" userDrawn="1">
          <p15:clr>
            <a:srgbClr val="5ACBF0"/>
          </p15:clr>
        </p15:guide>
        <p15:guide id="36" orient="horz" pos="2448" userDrawn="1">
          <p15:clr>
            <a:srgbClr val="5ACBF0"/>
          </p15:clr>
        </p15:guide>
        <p15:guide id="37" orient="horz" pos="2592" userDrawn="1">
          <p15:clr>
            <a:srgbClr val="5ACBF0"/>
          </p15:clr>
        </p15:guide>
        <p15:guide id="38" orient="horz" pos="2736" userDrawn="1">
          <p15:clr>
            <a:srgbClr val="5ACBF0"/>
          </p15:clr>
        </p15:guide>
        <p15:guide id="39" orient="horz" pos="2880" userDrawn="1">
          <p15:clr>
            <a:srgbClr val="5ACBF0"/>
          </p15:clr>
        </p15:guide>
        <p15:guide id="40" orient="horz" pos="3024" userDrawn="1">
          <p15:clr>
            <a:srgbClr val="5ACBF0"/>
          </p15:clr>
        </p15:guide>
        <p15:guide id="41" orient="horz" pos="3168" userDrawn="1">
          <p15:clr>
            <a:srgbClr val="5ACBF0"/>
          </p15:clr>
        </p15:guide>
        <p15:guide id="42" orient="horz" pos="3312" userDrawn="1">
          <p15:clr>
            <a:srgbClr val="5ACBF0"/>
          </p15:clr>
        </p15:guide>
        <p15:guide id="43" orient="horz" pos="3456" userDrawn="1">
          <p15:clr>
            <a:srgbClr val="5ACBF0"/>
          </p15:clr>
        </p15:guide>
        <p15:guide id="44" orient="horz" pos="3600" userDrawn="1">
          <p15:clr>
            <a:srgbClr val="5ACBF0"/>
          </p15:clr>
        </p15:guide>
        <p15:guide id="45" orient="horz" pos="3744" userDrawn="1">
          <p15:clr>
            <a:srgbClr val="5ACBF0"/>
          </p15:clr>
        </p15:guide>
        <p15:guide id="46" orient="horz" pos="3888" userDrawn="1">
          <p15:clr>
            <a:srgbClr val="5ACBF0"/>
          </p15:clr>
        </p15:guide>
        <p15:guide id="47" orient="horz" pos="4176" userDrawn="1">
          <p15:clr>
            <a:srgbClr val="5ACBF0"/>
          </p15:clr>
        </p15:guide>
        <p15:guide id="48" pos="744" userDrawn="1">
          <p15:clr>
            <a:srgbClr val="C35EA4"/>
          </p15:clr>
        </p15:guide>
        <p15:guide id="49" pos="888" userDrawn="1">
          <p15:clr>
            <a:srgbClr val="C35EA4"/>
          </p15:clr>
        </p15:guide>
        <p15:guide id="50" pos="1344" userDrawn="1">
          <p15:clr>
            <a:srgbClr val="C35EA4"/>
          </p15:clr>
        </p15:guide>
        <p15:guide id="51" pos="1488" userDrawn="1">
          <p15:clr>
            <a:srgbClr val="C35EA4"/>
          </p15:clr>
        </p15:guide>
        <p15:guide id="52" pos="1944" userDrawn="1">
          <p15:clr>
            <a:srgbClr val="C35EA4"/>
          </p15:clr>
        </p15:guide>
        <p15:guide id="53" pos="2088" userDrawn="1">
          <p15:clr>
            <a:srgbClr val="C35EA4"/>
          </p15:clr>
        </p15:guide>
        <p15:guide id="54" pos="2544" userDrawn="1">
          <p15:clr>
            <a:srgbClr val="C35EA4"/>
          </p15:clr>
        </p15:guide>
        <p15:guide id="55" pos="2688" userDrawn="1">
          <p15:clr>
            <a:srgbClr val="C35EA4"/>
          </p15:clr>
        </p15:guide>
        <p15:guide id="56" pos="3168" userDrawn="1">
          <p15:clr>
            <a:srgbClr val="C35EA4"/>
          </p15:clr>
        </p15:guide>
        <p15:guide id="57" pos="3312" userDrawn="1">
          <p15:clr>
            <a:srgbClr val="C35EA4"/>
          </p15:clr>
        </p15:guide>
        <p15:guide id="58" pos="3768" userDrawn="1">
          <p15:clr>
            <a:srgbClr val="F26B43"/>
          </p15:clr>
        </p15:guide>
        <p15:guide id="59" pos="3912" userDrawn="1">
          <p15:clr>
            <a:srgbClr val="F26B43"/>
          </p15:clr>
        </p15:guide>
        <p15:guide id="60" pos="4368" userDrawn="1">
          <p15:clr>
            <a:srgbClr val="C35EA4"/>
          </p15:clr>
        </p15:guide>
        <p15:guide id="61" pos="4512" userDrawn="1">
          <p15:clr>
            <a:srgbClr val="C35EA4"/>
          </p15:clr>
        </p15:guide>
        <p15:guide id="62" pos="4968" userDrawn="1">
          <p15:clr>
            <a:srgbClr val="C35EA4"/>
          </p15:clr>
        </p15:guide>
        <p15:guide id="63" pos="5112" userDrawn="1">
          <p15:clr>
            <a:srgbClr val="C35EA4"/>
          </p15:clr>
        </p15:guide>
        <p15:guide id="64" pos="5568" userDrawn="1">
          <p15:clr>
            <a:srgbClr val="C35EA4"/>
          </p15:clr>
        </p15:guide>
        <p15:guide id="65" pos="5712" userDrawn="1">
          <p15:clr>
            <a:srgbClr val="C35EA4"/>
          </p15:clr>
        </p15:guide>
        <p15:guide id="66" pos="6168" userDrawn="1">
          <p15:clr>
            <a:srgbClr val="C35EA4"/>
          </p15:clr>
        </p15:guide>
        <p15:guide id="67" pos="6312" userDrawn="1">
          <p15:clr>
            <a:srgbClr val="C35EA4"/>
          </p15:clr>
        </p15:guide>
        <p15:guide id="68" pos="6792" userDrawn="1">
          <p15:clr>
            <a:srgbClr val="C35EA4"/>
          </p15:clr>
        </p15:guide>
        <p15:guide id="69" pos="6936" userDrawn="1">
          <p15:clr>
            <a:srgbClr val="C35EA4"/>
          </p15:clr>
        </p15:guide>
        <p15:guide id="70" pos="7392" userDrawn="1">
          <p15:clr>
            <a:srgbClr val="F26B43"/>
          </p15:clr>
        </p15:guide>
        <p15:guide id="71" orient="horz" pos="144" userDrawn="1">
          <p15:clr>
            <a:srgbClr val="5ACBF0"/>
          </p15:clr>
        </p15:guide>
        <p15:guide id="72" orient="horz" pos="143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verton.rodrigues.external@arcadis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7">
            <a:extLst>
              <a:ext uri="{FF2B5EF4-FFF2-40B4-BE49-F238E27FC236}">
                <a16:creationId xmlns:a16="http://schemas.microsoft.com/office/drawing/2014/main" id="{7EBD94EB-BEF1-C051-EEF1-535205EF29AE}"/>
              </a:ext>
            </a:extLst>
          </p:cNvPr>
          <p:cNvSpPr/>
          <p:nvPr/>
        </p:nvSpPr>
        <p:spPr bwMode="auto">
          <a:xfrm>
            <a:off x="358359" y="984274"/>
            <a:ext cx="2808000" cy="542287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r>
              <a:rPr lang="pt-BR" sz="1200" dirty="0"/>
              <a:t>{{Localização}}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CF66A716-A4C4-D3E3-46D4-162BB9B6B67F}"/>
              </a:ext>
            </a:extLst>
          </p:cNvPr>
          <p:cNvSpPr/>
          <p:nvPr/>
        </p:nvSpPr>
        <p:spPr bwMode="auto">
          <a:xfrm>
            <a:off x="359911" y="1767613"/>
            <a:ext cx="2808000" cy="141054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r>
              <a:rPr lang="pt-BR" sz="1200" dirty="0"/>
              <a:t>{{Objetivos do cliente para o projeto}}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21" name="Rectangle 26">
            <a:extLst>
              <a:ext uri="{FF2B5EF4-FFF2-40B4-BE49-F238E27FC236}">
                <a16:creationId xmlns:a16="http://schemas.microsoft.com/office/drawing/2014/main" id="{EAF52D91-AE2B-30A5-220A-419A9837DF7A}"/>
              </a:ext>
            </a:extLst>
          </p:cNvPr>
          <p:cNvSpPr/>
          <p:nvPr/>
        </p:nvSpPr>
        <p:spPr bwMode="auto">
          <a:xfrm>
            <a:off x="351033" y="1510319"/>
            <a:ext cx="2815326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Objetivos do cliente para o projeto</a:t>
            </a:r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00C81404-E121-A25D-E444-D793E952DE5F}"/>
              </a:ext>
            </a:extLst>
          </p:cNvPr>
          <p:cNvSpPr/>
          <p:nvPr/>
        </p:nvSpPr>
        <p:spPr bwMode="auto">
          <a:xfrm>
            <a:off x="6143985" y="1006416"/>
            <a:ext cx="2808000" cy="783026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r>
              <a:rPr lang="pt-BR" sz="1200" dirty="0"/>
              <a:t>{{Digital}}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36" name="Rectangle 26">
            <a:extLst>
              <a:ext uri="{FF2B5EF4-FFF2-40B4-BE49-F238E27FC236}">
                <a16:creationId xmlns:a16="http://schemas.microsoft.com/office/drawing/2014/main" id="{55AD848C-07D9-BA1D-02BF-F8F4CDB6BD9A}"/>
              </a:ext>
            </a:extLst>
          </p:cNvPr>
          <p:cNvSpPr/>
          <p:nvPr/>
        </p:nvSpPr>
        <p:spPr bwMode="auto">
          <a:xfrm>
            <a:off x="6143985" y="728700"/>
            <a:ext cx="2808000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Digital</a:t>
            </a:r>
          </a:p>
        </p:txBody>
      </p:sp>
      <p:sp>
        <p:nvSpPr>
          <p:cNvPr id="37" name="Rectangle 27">
            <a:extLst>
              <a:ext uri="{FF2B5EF4-FFF2-40B4-BE49-F238E27FC236}">
                <a16:creationId xmlns:a16="http://schemas.microsoft.com/office/drawing/2014/main" id="{088D3B59-FBA4-5AEE-5354-3A3594B4908C}"/>
              </a:ext>
            </a:extLst>
          </p:cNvPr>
          <p:cNvSpPr/>
          <p:nvPr/>
        </p:nvSpPr>
        <p:spPr bwMode="auto">
          <a:xfrm>
            <a:off x="359911" y="3447503"/>
            <a:ext cx="2808000" cy="1116396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r>
              <a:rPr lang="pt-BR" sz="1200" dirty="0"/>
              <a:t>{{Estratégia de execução}}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38" name="Rectangle 26">
            <a:extLst>
              <a:ext uri="{FF2B5EF4-FFF2-40B4-BE49-F238E27FC236}">
                <a16:creationId xmlns:a16="http://schemas.microsoft.com/office/drawing/2014/main" id="{14ACEDD3-02BA-0112-8603-B2DD1802C3BD}"/>
              </a:ext>
            </a:extLst>
          </p:cNvPr>
          <p:cNvSpPr/>
          <p:nvPr/>
        </p:nvSpPr>
        <p:spPr bwMode="auto">
          <a:xfrm>
            <a:off x="360432" y="3175187"/>
            <a:ext cx="2808000" cy="28704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Estratégia de execução</a:t>
            </a:r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664E5FBA-AA4D-F0E1-0B85-3ABB54D10D16}"/>
              </a:ext>
            </a:extLst>
          </p:cNvPr>
          <p:cNvSpPr/>
          <p:nvPr/>
        </p:nvSpPr>
        <p:spPr bwMode="auto">
          <a:xfrm>
            <a:off x="361374" y="4795418"/>
            <a:ext cx="2808000" cy="1672269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r>
              <a:rPr lang="pt-BR" sz="1200" dirty="0"/>
              <a:t>{{Fatores críticos de sucesso}}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40" name="Rectangle 26">
            <a:extLst>
              <a:ext uri="{FF2B5EF4-FFF2-40B4-BE49-F238E27FC236}">
                <a16:creationId xmlns:a16="http://schemas.microsoft.com/office/drawing/2014/main" id="{E0E05760-5081-2466-F1B8-15F46171C19B}"/>
              </a:ext>
            </a:extLst>
          </p:cNvPr>
          <p:cNvSpPr/>
          <p:nvPr/>
        </p:nvSpPr>
        <p:spPr bwMode="auto">
          <a:xfrm>
            <a:off x="361374" y="4497656"/>
            <a:ext cx="2808000" cy="28704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Fatores críticos de sucesso</a:t>
            </a:r>
          </a:p>
        </p:txBody>
      </p:sp>
      <p:sp>
        <p:nvSpPr>
          <p:cNvPr id="45" name="Rectangle 27">
            <a:extLst>
              <a:ext uri="{FF2B5EF4-FFF2-40B4-BE49-F238E27FC236}">
                <a16:creationId xmlns:a16="http://schemas.microsoft.com/office/drawing/2014/main" id="{E06184FE-5984-5741-38BF-87F2EE49FDE5}"/>
              </a:ext>
            </a:extLst>
          </p:cNvPr>
          <p:cNvSpPr/>
          <p:nvPr/>
        </p:nvSpPr>
        <p:spPr bwMode="auto">
          <a:xfrm>
            <a:off x="3251419" y="1015745"/>
            <a:ext cx="2808000" cy="1478879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r>
              <a:rPr lang="pt-BR" sz="1200" dirty="0"/>
              <a:t>{{Premissas de custeio}}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46" name="Rectangle 26">
            <a:extLst>
              <a:ext uri="{FF2B5EF4-FFF2-40B4-BE49-F238E27FC236}">
                <a16:creationId xmlns:a16="http://schemas.microsoft.com/office/drawing/2014/main" id="{6490BBED-8BF8-6466-1E24-8F101580879C}"/>
              </a:ext>
            </a:extLst>
          </p:cNvPr>
          <p:cNvSpPr/>
          <p:nvPr/>
        </p:nvSpPr>
        <p:spPr bwMode="auto">
          <a:xfrm>
            <a:off x="3251419" y="728700"/>
            <a:ext cx="2808000" cy="28704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Premissas de custeio</a:t>
            </a:r>
          </a:p>
        </p:txBody>
      </p:sp>
      <p:sp>
        <p:nvSpPr>
          <p:cNvPr id="47" name="Rectangle 27">
            <a:extLst>
              <a:ext uri="{FF2B5EF4-FFF2-40B4-BE49-F238E27FC236}">
                <a16:creationId xmlns:a16="http://schemas.microsoft.com/office/drawing/2014/main" id="{969C48A2-2556-BD5E-1633-64D64233ED22}"/>
              </a:ext>
            </a:extLst>
          </p:cNvPr>
          <p:cNvSpPr/>
          <p:nvPr/>
        </p:nvSpPr>
        <p:spPr bwMode="auto">
          <a:xfrm>
            <a:off x="3251419" y="2711252"/>
            <a:ext cx="2808000" cy="1786404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r>
              <a:rPr lang="pt-BR" sz="1200" dirty="0"/>
              <a:t>{{Escopo}}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48" name="Rectangle 26">
            <a:extLst>
              <a:ext uri="{FF2B5EF4-FFF2-40B4-BE49-F238E27FC236}">
                <a16:creationId xmlns:a16="http://schemas.microsoft.com/office/drawing/2014/main" id="{19D9CA73-75FB-175A-F568-2D8F8AE5CF56}"/>
              </a:ext>
            </a:extLst>
          </p:cNvPr>
          <p:cNvSpPr/>
          <p:nvPr/>
        </p:nvSpPr>
        <p:spPr bwMode="auto">
          <a:xfrm>
            <a:off x="3251419" y="2428896"/>
            <a:ext cx="2808000" cy="2844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Escopo</a:t>
            </a:r>
          </a:p>
        </p:txBody>
      </p:sp>
      <p:sp>
        <p:nvSpPr>
          <p:cNvPr id="49" name="Rectangle 27">
            <a:extLst>
              <a:ext uri="{FF2B5EF4-FFF2-40B4-BE49-F238E27FC236}">
                <a16:creationId xmlns:a16="http://schemas.microsoft.com/office/drawing/2014/main" id="{9E861C34-7520-F91A-22C5-BBA9042F0726}"/>
              </a:ext>
            </a:extLst>
          </p:cNvPr>
          <p:cNvSpPr/>
          <p:nvPr/>
        </p:nvSpPr>
        <p:spPr bwMode="auto">
          <a:xfrm>
            <a:off x="3251419" y="4679120"/>
            <a:ext cx="2808000" cy="1788568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r>
              <a:rPr lang="pt-BR" sz="1200" dirty="0"/>
              <a:t>{{Fora de escopo contratual}}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50" name="Rectangle 26">
            <a:extLst>
              <a:ext uri="{FF2B5EF4-FFF2-40B4-BE49-F238E27FC236}">
                <a16:creationId xmlns:a16="http://schemas.microsoft.com/office/drawing/2014/main" id="{22F01677-2D6B-00D2-81EA-C121E675DED0}"/>
              </a:ext>
            </a:extLst>
          </p:cNvPr>
          <p:cNvSpPr/>
          <p:nvPr/>
        </p:nvSpPr>
        <p:spPr bwMode="auto">
          <a:xfrm>
            <a:off x="3251419" y="4405150"/>
            <a:ext cx="2808000" cy="28704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Fora de escopo contratual</a:t>
            </a:r>
          </a:p>
        </p:txBody>
      </p:sp>
      <p:sp>
        <p:nvSpPr>
          <p:cNvPr id="53" name="Rectangle 27">
            <a:extLst>
              <a:ext uri="{FF2B5EF4-FFF2-40B4-BE49-F238E27FC236}">
                <a16:creationId xmlns:a16="http://schemas.microsoft.com/office/drawing/2014/main" id="{695C7DC2-222E-A308-4FB1-96F460C9C788}"/>
              </a:ext>
            </a:extLst>
          </p:cNvPr>
          <p:cNvSpPr/>
          <p:nvPr/>
        </p:nvSpPr>
        <p:spPr bwMode="auto">
          <a:xfrm>
            <a:off x="6143985" y="3906521"/>
            <a:ext cx="2798355" cy="2937342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endParaRPr lang="pt-BR" sz="1200" dirty="0">
              <a:solidFill>
                <a:srgbClr val="0C0808"/>
              </a:solidFill>
              <a:cs typeface="Arial"/>
            </a:endParaRPr>
          </a:p>
        </p:txBody>
      </p:sp>
      <p:sp>
        <p:nvSpPr>
          <p:cNvPr id="55" name="Rectangle 27">
            <a:extLst>
              <a:ext uri="{FF2B5EF4-FFF2-40B4-BE49-F238E27FC236}">
                <a16:creationId xmlns:a16="http://schemas.microsoft.com/office/drawing/2014/main" id="{2541417C-9661-FF69-2CC9-FF5217D71A86}"/>
              </a:ext>
            </a:extLst>
          </p:cNvPr>
          <p:cNvSpPr/>
          <p:nvPr/>
        </p:nvSpPr>
        <p:spPr bwMode="auto">
          <a:xfrm>
            <a:off x="9031957" y="1015745"/>
            <a:ext cx="2810073" cy="1906157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r>
              <a:rPr lang="pt-BR" sz="1200" dirty="0"/>
              <a:t>{{Riscos e Oportunidades}}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56" name="Rectangle 26">
            <a:extLst>
              <a:ext uri="{FF2B5EF4-FFF2-40B4-BE49-F238E27FC236}">
                <a16:creationId xmlns:a16="http://schemas.microsoft.com/office/drawing/2014/main" id="{FA64C1DF-44A5-527B-6096-F80199FFEB1C}"/>
              </a:ext>
            </a:extLst>
          </p:cNvPr>
          <p:cNvSpPr/>
          <p:nvPr/>
        </p:nvSpPr>
        <p:spPr bwMode="auto">
          <a:xfrm>
            <a:off x="9031957" y="728700"/>
            <a:ext cx="2810073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Riscos e Oportunidades</a:t>
            </a:r>
          </a:p>
        </p:txBody>
      </p:sp>
      <p:sp>
        <p:nvSpPr>
          <p:cNvPr id="59" name="Rectangle 27">
            <a:extLst>
              <a:ext uri="{FF2B5EF4-FFF2-40B4-BE49-F238E27FC236}">
                <a16:creationId xmlns:a16="http://schemas.microsoft.com/office/drawing/2014/main" id="{3F904A59-DC70-4810-4CFC-CC9D5249E367}"/>
              </a:ext>
            </a:extLst>
          </p:cNvPr>
          <p:cNvSpPr/>
          <p:nvPr/>
        </p:nvSpPr>
        <p:spPr bwMode="auto">
          <a:xfrm>
            <a:off x="9031957" y="4679120"/>
            <a:ext cx="2810073" cy="1777521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endParaRPr lang="pt-BR" sz="900">
              <a:solidFill>
                <a:srgbClr val="292929"/>
              </a:solidFill>
            </a:endParaRPr>
          </a:p>
        </p:txBody>
      </p:sp>
      <p:graphicFrame>
        <p:nvGraphicFramePr>
          <p:cNvPr id="61" name="Tabela 61">
            <a:extLst>
              <a:ext uri="{FF2B5EF4-FFF2-40B4-BE49-F238E27FC236}">
                <a16:creationId xmlns:a16="http://schemas.microsoft.com/office/drawing/2014/main" id="{435F4C17-4E9D-054E-16E3-3AEF8EE1B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285356"/>
              </p:ext>
            </p:extLst>
          </p:nvPr>
        </p:nvGraphicFramePr>
        <p:xfrm>
          <a:off x="9067957" y="4737503"/>
          <a:ext cx="2736000" cy="169887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854509">
                  <a:extLst>
                    <a:ext uri="{9D8B030D-6E8A-4147-A177-3AD203B41FA5}">
                      <a16:colId xmlns:a16="http://schemas.microsoft.com/office/drawing/2014/main" val="3028559175"/>
                    </a:ext>
                  </a:extLst>
                </a:gridCol>
                <a:gridCol w="881491">
                  <a:extLst>
                    <a:ext uri="{9D8B030D-6E8A-4147-A177-3AD203B41FA5}">
                      <a16:colId xmlns:a16="http://schemas.microsoft.com/office/drawing/2014/main" val="636547279"/>
                    </a:ext>
                  </a:extLst>
                </a:gridCol>
              </a:tblGrid>
              <a:tr h="352598">
                <a:tc>
                  <a:txBody>
                    <a:bodyPr/>
                    <a:lstStyle/>
                    <a:p>
                      <a:r>
                        <a:rPr lang="pt-BR" sz="800" dirty="0"/>
                        <a:t>Registros (RFP, proposta aprovada, atas de reuniões, e-mails,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/>
                        <a:t>{{</a:t>
                      </a:r>
                      <a:r>
                        <a:rPr lang="pt-BR" sz="800" b="1" i="0" u="none" strike="noStrike" noProof="0">
                          <a:solidFill>
                            <a:srgbClr val="0C080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Registros}}</a:t>
                      </a:r>
                      <a:endParaRPr lang="pt-BR" sz="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057771"/>
                  </a:ext>
                </a:extLst>
              </a:tr>
              <a:tr h="224380">
                <a:tc>
                  <a:txBody>
                    <a:bodyPr/>
                    <a:lstStyle/>
                    <a:p>
                      <a:r>
                        <a:rPr lang="en-CA" sz="800" noProof="0" dirty="0"/>
                        <a:t>Go-</a:t>
                      </a:r>
                      <a:r>
                        <a:rPr lang="en-CA" sz="800" noProof="0" dirty="0" err="1"/>
                        <a:t>NoGo</a:t>
                      </a:r>
                      <a:r>
                        <a:rPr lang="en-CA" sz="800" noProof="0" dirty="0"/>
                        <a:t>/Pursuits </a:t>
                      </a:r>
                      <a:r>
                        <a:rPr lang="pt-BR" sz="800" dirty="0"/>
                        <a:t>com aprovações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800" b="1" i="0" u="none" strike="noStrike" noProof="0" dirty="0">
                          <a:solidFill>
                            <a:srgbClr val="0C080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{{</a:t>
                      </a:r>
                      <a:r>
                        <a:rPr lang="pt-BR" sz="800" b="1" i="0" u="none" strike="noStrike" noProof="0" dirty="0" err="1">
                          <a:solidFill>
                            <a:srgbClr val="0C080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Go-NoGo</a:t>
                      </a:r>
                      <a:r>
                        <a:rPr lang="pt-BR" sz="800" b="1" i="0" u="none" strike="noStrike" noProof="0" dirty="0">
                          <a:solidFill>
                            <a:srgbClr val="0C080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}}</a:t>
                      </a:r>
                      <a:endParaRPr lang="pt-BR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505892"/>
                  </a:ext>
                </a:extLst>
              </a:tr>
              <a:tr h="224380">
                <a:tc>
                  <a:txBody>
                    <a:bodyPr/>
                    <a:lstStyle/>
                    <a:p>
                      <a:r>
                        <a:rPr lang="pt-BR" sz="800"/>
                        <a:t>Aprovação do cliente para 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/>
                        <a:t>{{</a:t>
                      </a:r>
                      <a:r>
                        <a:rPr lang="pt-BR" sz="800" b="1" i="0" u="none" strike="noStrike" noProof="0">
                          <a:solidFill>
                            <a:srgbClr val="0C080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ACI}}</a:t>
                      </a:r>
                      <a:endParaRPr lang="pt-BR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134862"/>
                  </a:ext>
                </a:extLst>
              </a:tr>
              <a:tr h="224380">
                <a:tc>
                  <a:txBody>
                    <a:bodyPr/>
                    <a:lstStyle/>
                    <a:p>
                      <a:r>
                        <a:rPr lang="pt-BR" sz="800"/>
                        <a:t>Contrato / OS / PC / outro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/>
                        <a:t>{{</a:t>
                      </a:r>
                      <a:r>
                        <a:rPr lang="pt-BR" sz="800" b="1" i="0" u="none" strike="noStrike" noProof="0">
                          <a:solidFill>
                            <a:srgbClr val="0C080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C/ O/ P / O}}</a:t>
                      </a:r>
                      <a:endParaRPr lang="pt-BR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366357"/>
                  </a:ext>
                </a:extLst>
              </a:tr>
              <a:tr h="224380">
                <a:tc>
                  <a:txBody>
                    <a:bodyPr/>
                    <a:lstStyle/>
                    <a:p>
                      <a:r>
                        <a:rPr lang="pt-BR" sz="800"/>
                        <a:t>Project Chart / EAP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/>
                        <a:t>{{</a:t>
                      </a:r>
                      <a:r>
                        <a:rPr lang="pt-BR" sz="800" b="1" i="0" u="none" strike="noStrike" noProof="0">
                          <a:solidFill>
                            <a:srgbClr val="0C0808"/>
                          </a:solidFill>
                          <a:highlight>
                            <a:srgbClr val="808080"/>
                          </a:highlight>
                          <a:latin typeface="Calibri"/>
                          <a:ea typeface="Calibri"/>
                          <a:cs typeface="Calibri"/>
                        </a:rPr>
                        <a:t>PC / EAP</a:t>
                      </a:r>
                      <a:r>
                        <a:rPr lang="pt-BR" sz="800" b="1" i="0" u="none" strike="noStrike" noProof="0">
                          <a:solidFill>
                            <a:srgbClr val="0C080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}}</a:t>
                      </a:r>
                      <a:endParaRPr lang="pt-BR" sz="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17402"/>
                  </a:ext>
                </a:extLst>
              </a:tr>
              <a:tr h="224380">
                <a:tc>
                  <a:txBody>
                    <a:bodyPr/>
                    <a:lstStyle/>
                    <a:p>
                      <a:r>
                        <a:rPr lang="pt-BR" sz="800" dirty="0" err="1"/>
                        <a:t>OnePager</a:t>
                      </a:r>
                      <a:r>
                        <a:rPr lang="pt-BR" sz="800" dirty="0"/>
                        <a:t> do Contrato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/>
                        <a:t>{{</a:t>
                      </a:r>
                      <a:r>
                        <a:rPr lang="pt-BR" sz="800" b="1" i="0" u="none" strike="noStrike" noProof="0">
                          <a:solidFill>
                            <a:srgbClr val="0C080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OC}}</a:t>
                      </a:r>
                      <a:endParaRPr lang="pt-BR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605833"/>
                  </a:ext>
                </a:extLst>
              </a:tr>
              <a:tr h="224380">
                <a:tc>
                  <a:txBody>
                    <a:bodyPr/>
                    <a:lstStyle/>
                    <a:p>
                      <a:r>
                        <a:rPr lang="pt-BR" sz="800"/>
                        <a:t>Contrato no Legal </a:t>
                      </a:r>
                      <a:r>
                        <a:rPr lang="en-CA" sz="800" noProof="0"/>
                        <a:t>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/>
                        <a:t>{{</a:t>
                      </a:r>
                      <a:r>
                        <a:rPr lang="pt-BR" sz="800" b="1" i="0" u="none" strike="noStrike" noProof="0">
                          <a:solidFill>
                            <a:srgbClr val="0C0808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CLO}}</a:t>
                      </a:r>
                      <a:endParaRPr lang="pt-BR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796994"/>
                  </a:ext>
                </a:extLst>
              </a:tr>
            </a:tbl>
          </a:graphicData>
        </a:graphic>
      </p:graphicFrame>
      <p:graphicFrame>
        <p:nvGraphicFramePr>
          <p:cNvPr id="62" name="Tabela 61">
            <a:extLst>
              <a:ext uri="{FF2B5EF4-FFF2-40B4-BE49-F238E27FC236}">
                <a16:creationId xmlns:a16="http://schemas.microsoft.com/office/drawing/2014/main" id="{E86507BB-410C-3C2B-E91E-6AE65F839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36065"/>
              </p:ext>
            </p:extLst>
          </p:nvPr>
        </p:nvGraphicFramePr>
        <p:xfrm>
          <a:off x="9056085" y="2572109"/>
          <a:ext cx="2759470" cy="33528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938306">
                  <a:extLst>
                    <a:ext uri="{9D8B030D-6E8A-4147-A177-3AD203B41FA5}">
                      <a16:colId xmlns:a16="http://schemas.microsoft.com/office/drawing/2014/main" val="3028559175"/>
                    </a:ext>
                  </a:extLst>
                </a:gridCol>
                <a:gridCol w="821164">
                  <a:extLst>
                    <a:ext uri="{9D8B030D-6E8A-4147-A177-3AD203B41FA5}">
                      <a16:colId xmlns:a16="http://schemas.microsoft.com/office/drawing/2014/main" val="636547279"/>
                    </a:ext>
                  </a:extLst>
                </a:gridCol>
              </a:tblGrid>
              <a:tr h="170531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TAW Regime </a:t>
                      </a:r>
                    </a:p>
                    <a:p>
                      <a:pPr algn="ctr"/>
                      <a:r>
                        <a:rPr lang="pt-BR" sz="800" dirty="0"/>
                        <a:t>[ Light | Green | Amber | Red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/>
                        <a:t>{{LGR}}</a:t>
                      </a:r>
                      <a:endParaRPr lang="pt-BR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057771"/>
                  </a:ext>
                </a:extLst>
              </a:tr>
            </a:tbl>
          </a:graphicData>
        </a:graphic>
      </p:graphicFrame>
      <p:sp>
        <p:nvSpPr>
          <p:cNvPr id="3" name="Rectangle 34">
            <a:extLst>
              <a:ext uri="{FF2B5EF4-FFF2-40B4-BE49-F238E27FC236}">
                <a16:creationId xmlns:a16="http://schemas.microsoft.com/office/drawing/2014/main" id="{D50D64A6-3E9E-88A0-901D-E3290D985DBD}"/>
              </a:ext>
            </a:extLst>
          </p:cNvPr>
          <p:cNvSpPr/>
          <p:nvPr/>
        </p:nvSpPr>
        <p:spPr bwMode="auto">
          <a:xfrm>
            <a:off x="1105566" y="264439"/>
            <a:ext cx="1073872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000" dirty="0"/>
              <a:t>{{OSC ID}}</a:t>
            </a:r>
            <a:endParaRPr lang="pt-BR" sz="1000" dirty="0">
              <a:solidFill>
                <a:srgbClr val="292929"/>
              </a:solidFill>
              <a:cs typeface="Arial"/>
            </a:endParaRPr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EB099731-75B8-069C-D71A-3D0A76040F88}"/>
              </a:ext>
            </a:extLst>
          </p:cNvPr>
          <p:cNvSpPr/>
          <p:nvPr/>
        </p:nvSpPr>
        <p:spPr bwMode="auto">
          <a:xfrm>
            <a:off x="2928797" y="264439"/>
            <a:ext cx="2281160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000" dirty="0"/>
              <a:t>{{Cliente}}</a:t>
            </a:r>
            <a:endParaRPr lang="pt-BR" sz="1000" dirty="0">
              <a:solidFill>
                <a:srgbClr val="292929"/>
              </a:solidFill>
              <a:cs typeface="Arial"/>
            </a:endParaRP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FFF160AB-9B89-98D7-43D1-1B59B22E1B2B}"/>
              </a:ext>
            </a:extLst>
          </p:cNvPr>
          <p:cNvSpPr/>
          <p:nvPr/>
        </p:nvSpPr>
        <p:spPr bwMode="auto">
          <a:xfrm>
            <a:off x="360362" y="264439"/>
            <a:ext cx="746985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 dirty="0">
                <a:solidFill>
                  <a:srgbClr val="FFFFFF"/>
                </a:solidFill>
              </a:rPr>
              <a:t>OSC ID</a:t>
            </a:r>
            <a:endParaRPr lang="pt-BR" sz="1200" b="1" i="0" u="none" baseline="0" dirty="0">
              <a:solidFill>
                <a:srgbClr val="FFFFFF"/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88229EFF-E791-1F89-B016-EA8EFFC18224}"/>
              </a:ext>
            </a:extLst>
          </p:cNvPr>
          <p:cNvSpPr/>
          <p:nvPr/>
        </p:nvSpPr>
        <p:spPr bwMode="auto">
          <a:xfrm>
            <a:off x="2175686" y="264439"/>
            <a:ext cx="741741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 dirty="0">
                <a:solidFill>
                  <a:srgbClr val="FFFFFF"/>
                </a:solidFill>
              </a:rPr>
              <a:t>Cliente</a:t>
            </a:r>
            <a:endParaRPr lang="pt-BR" sz="1200" b="1" i="0" u="none" baseline="0" dirty="0">
              <a:solidFill>
                <a:srgbClr val="FFFFFF"/>
              </a:solidFill>
            </a:endParaRPr>
          </a:p>
        </p:txBody>
      </p:sp>
      <p:sp>
        <p:nvSpPr>
          <p:cNvPr id="11" name="Rectangle 34">
            <a:extLst>
              <a:ext uri="{FF2B5EF4-FFF2-40B4-BE49-F238E27FC236}">
                <a16:creationId xmlns:a16="http://schemas.microsoft.com/office/drawing/2014/main" id="{EEDFAC58-F650-C3BC-7E05-79C7DB41744D}"/>
              </a:ext>
            </a:extLst>
          </p:cNvPr>
          <p:cNvSpPr/>
          <p:nvPr/>
        </p:nvSpPr>
        <p:spPr bwMode="auto">
          <a:xfrm>
            <a:off x="5958586" y="264439"/>
            <a:ext cx="3732259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000" dirty="0"/>
              <a:t>{{Projeto}}</a:t>
            </a:r>
            <a:endParaRPr lang="pt-BR" sz="1000">
              <a:solidFill>
                <a:srgbClr val="292929"/>
              </a:solidFill>
              <a:cs typeface="Arial"/>
            </a:endParaRP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891EBF0E-A259-AD7C-24A7-1BE91173CAE1}"/>
              </a:ext>
            </a:extLst>
          </p:cNvPr>
          <p:cNvSpPr/>
          <p:nvPr/>
        </p:nvSpPr>
        <p:spPr bwMode="auto">
          <a:xfrm>
            <a:off x="5216144" y="264439"/>
            <a:ext cx="753546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 dirty="0">
                <a:solidFill>
                  <a:srgbClr val="FFFFFF"/>
                </a:solidFill>
              </a:rPr>
              <a:t>Projeto</a:t>
            </a:r>
            <a:endParaRPr lang="pt-BR" sz="1200" b="1" i="0" u="none" baseline="0" dirty="0">
              <a:solidFill>
                <a:srgbClr val="FFFFFF"/>
              </a:solidFill>
            </a:endParaRPr>
          </a:p>
        </p:txBody>
      </p:sp>
      <p:sp>
        <p:nvSpPr>
          <p:cNvPr id="60" name="Rectangle 26">
            <a:extLst>
              <a:ext uri="{FF2B5EF4-FFF2-40B4-BE49-F238E27FC236}">
                <a16:creationId xmlns:a16="http://schemas.microsoft.com/office/drawing/2014/main" id="{AA19E873-1493-228C-E523-B5E2DE8C4FE9}"/>
              </a:ext>
            </a:extLst>
          </p:cNvPr>
          <p:cNvSpPr/>
          <p:nvPr/>
        </p:nvSpPr>
        <p:spPr bwMode="auto">
          <a:xfrm>
            <a:off x="9031660" y="4398312"/>
            <a:ext cx="2810073" cy="32616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FFFFFF"/>
                </a:solidFill>
              </a:rPr>
              <a:t>Check-list</a:t>
            </a:r>
            <a:r>
              <a:rPr lang="pt-BR" sz="1100" b="1" dirty="0">
                <a:solidFill>
                  <a:srgbClr val="FFFFFF"/>
                </a:solidFill>
              </a:rPr>
              <a:t> </a:t>
            </a:r>
            <a:r>
              <a:rPr lang="pt-BR" sz="1100" b="1" dirty="0" err="1">
                <a:solidFill>
                  <a:srgbClr val="FFFFFF"/>
                </a:solidFill>
              </a:rPr>
              <a:t>Handover</a:t>
            </a:r>
            <a:endParaRPr lang="pt-BR" sz="1100" b="1" i="0" u="none" baseline="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44AB2015-E7E2-F5EE-3D13-06F190E7375D}"/>
              </a:ext>
            </a:extLst>
          </p:cNvPr>
          <p:cNvSpPr/>
          <p:nvPr/>
        </p:nvSpPr>
        <p:spPr bwMode="auto">
          <a:xfrm>
            <a:off x="9031957" y="3168816"/>
            <a:ext cx="2808000" cy="1233567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lvl="1" algn="l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endParaRPr lang="pt-BR" sz="1000">
              <a:solidFill>
                <a:srgbClr val="292929"/>
              </a:solidFill>
            </a:endParaRPr>
          </a:p>
        </p:txBody>
      </p:sp>
      <p:sp>
        <p:nvSpPr>
          <p:cNvPr id="10" name="Rectangle 26">
            <a:extLst>
              <a:ext uri="{FF2B5EF4-FFF2-40B4-BE49-F238E27FC236}">
                <a16:creationId xmlns:a16="http://schemas.microsoft.com/office/drawing/2014/main" id="{D40E6E8D-FCD9-4323-213C-CBF34052D709}"/>
              </a:ext>
            </a:extLst>
          </p:cNvPr>
          <p:cNvSpPr/>
          <p:nvPr/>
        </p:nvSpPr>
        <p:spPr bwMode="auto">
          <a:xfrm>
            <a:off x="9032446" y="2921903"/>
            <a:ext cx="2808000" cy="28704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 err="1">
                <a:solidFill>
                  <a:srgbClr val="FFFFFF"/>
                </a:solidFill>
              </a:rPr>
              <a:t>Pessoas-Chave</a:t>
            </a:r>
            <a:r>
              <a:rPr lang="pt-BR" sz="1100" b="1" i="0" u="none" baseline="0" dirty="0">
                <a:solidFill>
                  <a:srgbClr val="FFFFFF"/>
                </a:solidFill>
              </a:rPr>
              <a:t> do Cliente</a:t>
            </a:r>
          </a:p>
        </p:txBody>
      </p:sp>
      <p:sp>
        <p:nvSpPr>
          <p:cNvPr id="17" name="Rectangle 27">
            <a:extLst>
              <a:ext uri="{FF2B5EF4-FFF2-40B4-BE49-F238E27FC236}">
                <a16:creationId xmlns:a16="http://schemas.microsoft.com/office/drawing/2014/main" id="{C5086C94-C21C-9E2A-05DF-68195F07D401}"/>
              </a:ext>
            </a:extLst>
          </p:cNvPr>
          <p:cNvSpPr/>
          <p:nvPr/>
        </p:nvSpPr>
        <p:spPr bwMode="auto">
          <a:xfrm>
            <a:off x="6134340" y="2067158"/>
            <a:ext cx="2808000" cy="988286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r>
              <a:rPr lang="pt-BR" sz="1200" dirty="0"/>
              <a:t>{{Sustentabilidade}}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19" name="Rectangle 26">
            <a:extLst>
              <a:ext uri="{FF2B5EF4-FFF2-40B4-BE49-F238E27FC236}">
                <a16:creationId xmlns:a16="http://schemas.microsoft.com/office/drawing/2014/main" id="{4858892F-9C8E-97B0-10C5-F9C3D69EF9B9}"/>
              </a:ext>
            </a:extLst>
          </p:cNvPr>
          <p:cNvSpPr/>
          <p:nvPr/>
        </p:nvSpPr>
        <p:spPr bwMode="auto">
          <a:xfrm>
            <a:off x="6134340" y="1799087"/>
            <a:ext cx="2808000" cy="27740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Sustentabilidade</a:t>
            </a:r>
          </a:p>
        </p:txBody>
      </p:sp>
      <p:graphicFrame>
        <p:nvGraphicFramePr>
          <p:cNvPr id="20" name="Tabela 21">
            <a:extLst>
              <a:ext uri="{FF2B5EF4-FFF2-40B4-BE49-F238E27FC236}">
                <a16:creationId xmlns:a16="http://schemas.microsoft.com/office/drawing/2014/main" id="{0B932AB5-70A5-431B-2893-C1F542C6D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01602"/>
              </p:ext>
            </p:extLst>
          </p:nvPr>
        </p:nvGraphicFramePr>
        <p:xfrm>
          <a:off x="9070677" y="3237094"/>
          <a:ext cx="2195421" cy="4572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195421">
                  <a:extLst>
                    <a:ext uri="{9D8B030D-6E8A-4147-A177-3AD203B41FA5}">
                      <a16:colId xmlns:a16="http://schemas.microsoft.com/office/drawing/2014/main" val="2029402884"/>
                    </a:ext>
                  </a:extLst>
                </a:gridCol>
              </a:tblGrid>
              <a:tr h="231303">
                <a:tc>
                  <a:txBody>
                    <a:bodyPr/>
                    <a:lstStyle/>
                    <a:p>
                      <a:r>
                        <a:rPr lang="pt-BR" sz="800" dirty="0"/>
                        <a:t>Everton Rodrigues | </a:t>
                      </a:r>
                      <a:r>
                        <a:rPr lang="pt-BR" sz="800" dirty="0">
                          <a:hlinkClick r:id="rId3"/>
                        </a:rPr>
                        <a:t>everton.rodrigues@arcadis.com</a:t>
                      </a:r>
                      <a:r>
                        <a:rPr lang="pt-BR" sz="800" dirty="0"/>
                        <a:t> </a:t>
                      </a:r>
                    </a:p>
                    <a:p>
                      <a:r>
                        <a:rPr lang="pt-BR" sz="800" dirty="0"/>
                        <a:t>11 98761-1771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81694"/>
                  </a:ext>
                </a:extLst>
              </a:tr>
            </a:tbl>
          </a:graphicData>
        </a:graphic>
      </p:graphicFrame>
      <p:sp>
        <p:nvSpPr>
          <p:cNvPr id="2" name="Rectangle 26">
            <a:extLst>
              <a:ext uri="{FF2B5EF4-FFF2-40B4-BE49-F238E27FC236}">
                <a16:creationId xmlns:a16="http://schemas.microsoft.com/office/drawing/2014/main" id="{F6B1E056-44C2-FAA6-792D-DF588E9CC5CF}"/>
              </a:ext>
            </a:extLst>
          </p:cNvPr>
          <p:cNvSpPr/>
          <p:nvPr/>
        </p:nvSpPr>
        <p:spPr bwMode="auto">
          <a:xfrm>
            <a:off x="358359" y="728700"/>
            <a:ext cx="2808000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Localização</a:t>
            </a:r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BE95DF0B-9571-E9A2-891C-0CD0411C25FB}"/>
              </a:ext>
            </a:extLst>
          </p:cNvPr>
          <p:cNvSpPr/>
          <p:nvPr/>
        </p:nvSpPr>
        <p:spPr bwMode="auto">
          <a:xfrm>
            <a:off x="6134340" y="3268054"/>
            <a:ext cx="2808000" cy="460269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lvl="1" algn="l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</a:pPr>
            <a:endParaRPr lang="pt-BR" sz="1000">
              <a:solidFill>
                <a:srgbClr val="292929"/>
              </a:solidFill>
            </a:endParaRPr>
          </a:p>
        </p:txBody>
      </p:sp>
      <p:sp>
        <p:nvSpPr>
          <p:cNvPr id="23" name="Rectangle 26">
            <a:extLst>
              <a:ext uri="{FF2B5EF4-FFF2-40B4-BE49-F238E27FC236}">
                <a16:creationId xmlns:a16="http://schemas.microsoft.com/office/drawing/2014/main" id="{D7B37C72-76AF-47A6-0B0B-FA116C1FB61E}"/>
              </a:ext>
            </a:extLst>
          </p:cNvPr>
          <p:cNvSpPr/>
          <p:nvPr/>
        </p:nvSpPr>
        <p:spPr bwMode="auto">
          <a:xfrm>
            <a:off x="6134340" y="3068580"/>
            <a:ext cx="2817645" cy="171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SSO</a:t>
            </a:r>
          </a:p>
        </p:txBody>
      </p:sp>
      <p:graphicFrame>
        <p:nvGraphicFramePr>
          <p:cNvPr id="26" name="Tabela 25">
            <a:extLst>
              <a:ext uri="{FF2B5EF4-FFF2-40B4-BE49-F238E27FC236}">
                <a16:creationId xmlns:a16="http://schemas.microsoft.com/office/drawing/2014/main" id="{039C514B-65C5-AE0E-0478-29DC14F30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815897"/>
              </p:ext>
            </p:extLst>
          </p:nvPr>
        </p:nvGraphicFramePr>
        <p:xfrm>
          <a:off x="6163519" y="3318076"/>
          <a:ext cx="2765773" cy="358008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942734">
                  <a:extLst>
                    <a:ext uri="{9D8B030D-6E8A-4147-A177-3AD203B41FA5}">
                      <a16:colId xmlns:a16="http://schemas.microsoft.com/office/drawing/2014/main" val="3028559175"/>
                    </a:ext>
                  </a:extLst>
                </a:gridCol>
                <a:gridCol w="823039">
                  <a:extLst>
                    <a:ext uri="{9D8B030D-6E8A-4147-A177-3AD203B41FA5}">
                      <a16:colId xmlns:a16="http://schemas.microsoft.com/office/drawing/2014/main" val="636547279"/>
                    </a:ext>
                  </a:extLst>
                </a:gridCol>
              </a:tblGrid>
              <a:tr h="358008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As atividades são executadas exclusivamente no Escritório </a:t>
                      </a:r>
                      <a:r>
                        <a:rPr lang="pt-BR" sz="800" dirty="0" err="1"/>
                        <a:t>Arcadis</a:t>
                      </a:r>
                      <a:r>
                        <a:rPr lang="pt-BR" sz="8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{{SSO}}</a:t>
                      </a:r>
                      <a:br>
                        <a:rPr lang="pt-BR" sz="800" dirty="0"/>
                      </a:br>
                      <a:endParaRPr lang="pt-BR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057771"/>
                  </a:ext>
                </a:extLst>
              </a:tr>
            </a:tbl>
          </a:graphicData>
        </a:graphic>
      </p:graphicFrame>
      <p:sp>
        <p:nvSpPr>
          <p:cNvPr id="16" name="Rectangle 34">
            <a:extLst>
              <a:ext uri="{FF2B5EF4-FFF2-40B4-BE49-F238E27FC236}">
                <a16:creationId xmlns:a16="http://schemas.microsoft.com/office/drawing/2014/main" id="{2CF5640F-0708-98AC-E694-593B4B023BDE}"/>
              </a:ext>
            </a:extLst>
          </p:cNvPr>
          <p:cNvSpPr/>
          <p:nvPr/>
        </p:nvSpPr>
        <p:spPr bwMode="auto">
          <a:xfrm>
            <a:off x="10419554" y="268510"/>
            <a:ext cx="1420404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000" dirty="0"/>
              <a:t>{{C. custo}}</a:t>
            </a:r>
            <a:r>
              <a:rPr lang="pt-BR" sz="1000" b="0" i="0" u="none" baseline="0" dirty="0">
                <a:solidFill>
                  <a:srgbClr val="292929"/>
                </a:solidFill>
              </a:rPr>
              <a:t> </a:t>
            </a:r>
            <a:endParaRPr lang="pt-BR" sz="1000" dirty="0">
              <a:solidFill>
                <a:srgbClr val="292929"/>
              </a:solidFill>
              <a:cs typeface="Arial"/>
            </a:endParaRP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0EA79004-240E-5D10-7CA5-A09376FCFCAC}"/>
              </a:ext>
            </a:extLst>
          </p:cNvPr>
          <p:cNvSpPr/>
          <p:nvPr/>
        </p:nvSpPr>
        <p:spPr bwMode="auto">
          <a:xfrm>
            <a:off x="9670925" y="262976"/>
            <a:ext cx="753546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 dirty="0">
                <a:solidFill>
                  <a:srgbClr val="FFFFFF"/>
                </a:solidFill>
              </a:rPr>
              <a:t>C. custo</a:t>
            </a:r>
            <a:endParaRPr lang="pt-BR" sz="1200" b="1" i="0" u="none" baseline="0" dirty="0">
              <a:solidFill>
                <a:srgbClr val="FFFFFF"/>
              </a:solidFill>
            </a:endParaRPr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8FACE012-1EF2-E025-F324-E8FED72B0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527114"/>
              </p:ext>
            </p:extLst>
          </p:nvPr>
        </p:nvGraphicFramePr>
        <p:xfrm>
          <a:off x="9054012" y="2229605"/>
          <a:ext cx="2759470" cy="33528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938306">
                  <a:extLst>
                    <a:ext uri="{9D8B030D-6E8A-4147-A177-3AD203B41FA5}">
                      <a16:colId xmlns:a16="http://schemas.microsoft.com/office/drawing/2014/main" val="3028559175"/>
                    </a:ext>
                  </a:extLst>
                </a:gridCol>
                <a:gridCol w="821164">
                  <a:extLst>
                    <a:ext uri="{9D8B030D-6E8A-4147-A177-3AD203B41FA5}">
                      <a16:colId xmlns:a16="http://schemas.microsoft.com/office/drawing/2014/main" val="636547279"/>
                    </a:ext>
                  </a:extLst>
                </a:gridCol>
              </a:tblGrid>
              <a:tr h="170531">
                <a:tc>
                  <a:txBody>
                    <a:bodyPr/>
                    <a:lstStyle/>
                    <a:p>
                      <a:pPr algn="ctr"/>
                      <a:r>
                        <a:rPr lang="en-CA" sz="800" noProof="0" dirty="0"/>
                        <a:t>Opportunity</a:t>
                      </a:r>
                      <a:r>
                        <a:rPr lang="pt-BR" sz="800" dirty="0"/>
                        <a:t> Risk Assessment</a:t>
                      </a:r>
                    </a:p>
                    <a:p>
                      <a:pPr algn="ctr"/>
                      <a:r>
                        <a:rPr lang="pt-BR" sz="800" dirty="0"/>
                        <a:t>[ </a:t>
                      </a:r>
                      <a:r>
                        <a:rPr lang="en-GB" sz="800" noProof="0" dirty="0"/>
                        <a:t>Low | Medium</a:t>
                      </a:r>
                      <a:r>
                        <a:rPr lang="pt-BR" sz="800" dirty="0"/>
                        <a:t> | High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/>
                        <a:t>{{ORA}}</a:t>
                      </a:r>
                      <a:endParaRPr lang="pt-BR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057771"/>
                  </a:ext>
                </a:extLst>
              </a:tr>
            </a:tbl>
          </a:graphicData>
        </a:graphic>
      </p:graphicFrame>
      <p:sp>
        <p:nvSpPr>
          <p:cNvPr id="54" name="Rectangle 26">
            <a:extLst>
              <a:ext uri="{FF2B5EF4-FFF2-40B4-BE49-F238E27FC236}">
                <a16:creationId xmlns:a16="http://schemas.microsoft.com/office/drawing/2014/main" id="{1EBC7488-FED7-1A40-3847-DFBDD473C0A7}"/>
              </a:ext>
            </a:extLst>
          </p:cNvPr>
          <p:cNvSpPr/>
          <p:nvPr/>
        </p:nvSpPr>
        <p:spPr bwMode="auto">
          <a:xfrm>
            <a:off x="6134340" y="3733683"/>
            <a:ext cx="2808000" cy="171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en-GB" sz="1100" b="1" dirty="0">
                <a:solidFill>
                  <a:srgbClr val="FFFFFF"/>
                </a:solidFill>
              </a:rPr>
              <a:t>Bid Margin</a:t>
            </a:r>
            <a:endParaRPr lang="en-GB" sz="1100" b="1" i="0" u="none" baseline="0" dirty="0">
              <a:solidFill>
                <a:srgbClr val="FFFFFF"/>
              </a:solidFill>
              <a:cs typeface="Arial"/>
            </a:endParaRPr>
          </a:p>
        </p:txBody>
      </p:sp>
      <p:graphicFrame>
        <p:nvGraphicFramePr>
          <p:cNvPr id="28" name="Tabela 27">
            <a:extLst>
              <a:ext uri="{FF2B5EF4-FFF2-40B4-BE49-F238E27FC236}">
                <a16:creationId xmlns:a16="http://schemas.microsoft.com/office/drawing/2014/main" id="{CCC5C4D5-3E8B-DA5B-3260-EA7D2F86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301637"/>
              </p:ext>
            </p:extLst>
          </p:nvPr>
        </p:nvGraphicFramePr>
        <p:xfrm>
          <a:off x="6185522" y="3944616"/>
          <a:ext cx="2714625" cy="28202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90625">
                  <a:extLst>
                    <a:ext uri="{9D8B030D-6E8A-4147-A177-3AD203B41FA5}">
                      <a16:colId xmlns:a16="http://schemas.microsoft.com/office/drawing/2014/main" val="3037369628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752282549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298737382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pt-BR"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7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pt-BR" sz="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R$ x 1000</a:t>
                      </a:r>
                      <a:endParaRPr lang="pt-BR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7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pt-BR" sz="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pt-BR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7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0698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900" b="1" i="0">
                          <a:solidFill>
                            <a:srgbClr val="0C0808"/>
                          </a:solidFill>
                          <a:effectLst/>
                          <a:latin typeface="Arial" panose="020B0604020202020204" pitchFamily="34" charset="0"/>
                        </a:rPr>
                        <a:t>Valor bruto</a:t>
                      </a:r>
                      <a:endParaRPr lang="pt-BR" b="0" i="0">
                        <a:solidFill>
                          <a:srgbClr val="0C0808"/>
                        </a:solidFill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7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 b="0" i="0" u="none" strike="noStrike" noProof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{{</a:t>
                      </a:r>
                      <a:r>
                        <a:rPr lang="pt-BR" sz="800" b="1" i="0" u="none" strike="noStrike" noProof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Val/OP}</a:t>
                      </a:r>
                      <a:r>
                        <a:rPr lang="pt-BR" sz="800" b="0" i="0" u="none" strike="noStrike" noProof="0" dirty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}</a:t>
                      </a:r>
                      <a:endParaRPr lang="pt-BR" sz="800" b="0" i="0" u="none" strike="noStrike" noProof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ts val="1275"/>
                        </a:lnSpc>
                        <a:buNone/>
                      </a:pPr>
                      <a:endParaRPr lang="pt-BR" sz="1050" b="1" i="0" dirty="0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7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pt-BR"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76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52284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900" b="0" i="0" dirty="0">
                          <a:solidFill>
                            <a:srgbClr val="0C0808"/>
                          </a:solidFill>
                          <a:effectLst/>
                          <a:latin typeface="Arial" panose="020B0604020202020204" pitchFamily="34" charset="0"/>
                        </a:rPr>
                        <a:t>Impostos</a:t>
                      </a:r>
                      <a:endParaRPr lang="pt-BR" b="0" i="0" dirty="0">
                        <a:solidFill>
                          <a:srgbClr val="0C0808"/>
                        </a:solidFill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pt-BR" sz="1050" b="0" i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{{</a:t>
                      </a:r>
                      <a:r>
                        <a:rPr lang="pt-BR" sz="900" b="0" i="0" u="none" strike="noStrike" noProof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Impostos}}</a:t>
                      </a:r>
                      <a:endParaRPr lang="pt-BR" sz="1050" b="0" i="0" dirty="0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pt-BR" sz="800" b="0" i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{{IMP}}</a:t>
                      </a:r>
                      <a:endParaRPr lang="pt-BR" sz="800" b="0" i="0" dirty="0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60634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900" b="0" i="0">
                          <a:solidFill>
                            <a:srgbClr val="0C0808"/>
                          </a:solidFill>
                          <a:effectLst/>
                          <a:latin typeface="Arial" panose="020B0604020202020204" pitchFamily="34" charset="0"/>
                        </a:rPr>
                        <a:t>Terceiros</a:t>
                      </a:r>
                      <a:endParaRPr lang="pt-BR" b="0" i="0">
                        <a:solidFill>
                          <a:srgbClr val="0C0808"/>
                        </a:solidFill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800">
                          <a:effectLst/>
                          <a:latin typeface="Arial"/>
                          <a:cs typeface="Arial"/>
                        </a:rPr>
                        <a:t>{{</a:t>
                      </a:r>
                      <a:r>
                        <a:rPr lang="pt-BR" sz="800" b="0" i="0" u="none" strike="noStrike" noProof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Terceiros}}</a:t>
                      </a:r>
                      <a:endParaRPr lang="pt-BR" sz="800"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800">
                          <a:effectLst/>
                        </a:rPr>
                        <a:t>{{TRC}}</a:t>
                      </a: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37968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900" b="0" i="0">
                          <a:solidFill>
                            <a:srgbClr val="0C0808"/>
                          </a:solidFill>
                          <a:effectLst/>
                          <a:latin typeface="Arial" panose="020B0604020202020204" pitchFamily="34" charset="0"/>
                        </a:rPr>
                        <a:t>Despesas</a:t>
                      </a:r>
                      <a:endParaRPr lang="pt-BR" b="0" i="0">
                        <a:solidFill>
                          <a:srgbClr val="0C0808"/>
                        </a:solidFill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800">
                          <a:effectLst/>
                        </a:rPr>
                        <a:t>{{</a:t>
                      </a:r>
                      <a:r>
                        <a:rPr lang="pt-BR" sz="800" b="0" i="0" u="none" strike="noStrike" noProof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Despesas}}</a:t>
                      </a:r>
                      <a:endParaRPr lang="pt-BR" sz="800"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sz="800">
                          <a:effectLst/>
                        </a:rPr>
                        <a:t>{{DPS}}</a:t>
                      </a: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047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900" b="1" i="0" dirty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Net </a:t>
                      </a:r>
                      <a:r>
                        <a:rPr lang="pt-BR" sz="900" b="1" i="0" dirty="0" err="1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Revenue</a:t>
                      </a:r>
                      <a:endParaRPr lang="pt-BR" b="0" i="0" dirty="0" err="1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pt-BR" sz="800" b="1" i="0" dirty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{{</a:t>
                      </a:r>
                      <a:r>
                        <a:rPr lang="pt-BR" sz="800" b="1" i="0" u="none" strike="noStrike" noProof="0" dirty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Net </a:t>
                      </a:r>
                      <a:r>
                        <a:rPr lang="pt-BR" sz="800" b="1" i="0" u="none" strike="noStrike" noProof="0" dirty="0" err="1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Revenue</a:t>
                      </a:r>
                      <a:r>
                        <a:rPr lang="pt-BR" sz="800" b="1" i="0" u="none" strike="noStrike" noProof="0" dirty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}}</a:t>
                      </a:r>
                      <a:endParaRPr lang="pt-BR" sz="800" b="1" i="0" dirty="0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pt-BR" sz="800" b="1" i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{{NT}}</a:t>
                      </a:r>
                      <a:endParaRPr lang="pt-BR" sz="800" b="1" i="0" dirty="0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3113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900" b="0" i="0" dirty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Pessoas &amp; </a:t>
                      </a:r>
                      <a:r>
                        <a:rPr lang="pt-BR" sz="900" b="0" i="0" dirty="0" err="1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CEs</a:t>
                      </a:r>
                      <a:endParaRPr lang="pt-BR" b="0" i="0" dirty="0" err="1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pt-BR" sz="800" b="0" i="0" dirty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{{</a:t>
                      </a:r>
                      <a:r>
                        <a:rPr lang="pt-BR" sz="800" b="0" i="0" u="none" strike="noStrike" noProof="0" dirty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Pessoas &amp; </a:t>
                      </a:r>
                      <a:r>
                        <a:rPr lang="pt-BR" sz="800" b="0" i="0" u="none" strike="noStrike" noProof="0" dirty="0" err="1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CEs</a:t>
                      </a:r>
                      <a:r>
                        <a:rPr lang="pt-BR" sz="800" b="0" i="0" u="none" strike="noStrike" noProof="0" dirty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}}</a:t>
                      </a:r>
                      <a:endParaRPr lang="pt-BR" sz="800" b="0" i="0" dirty="0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pt-BR" sz="800" b="0" i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{{PEC}}</a:t>
                      </a:r>
                      <a:endParaRPr lang="pt-BR" sz="800" b="0" i="0" dirty="0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5403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900" b="1" i="0">
                          <a:solidFill>
                            <a:srgbClr val="0C0808"/>
                          </a:solidFill>
                          <a:effectLst/>
                          <a:latin typeface="Arial" panose="020B0604020202020204" pitchFamily="34" charset="0"/>
                        </a:rPr>
                        <a:t>Margem Bruta</a:t>
                      </a:r>
                      <a:endParaRPr lang="pt-BR" b="0" i="0">
                        <a:solidFill>
                          <a:srgbClr val="0C0808"/>
                        </a:solidFill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pt-BR" sz="800" b="1" i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{{</a:t>
                      </a:r>
                      <a:r>
                        <a:rPr lang="pt-BR" sz="800" b="1" i="0" u="none" strike="noStrike" noProof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Margem Bruta}}</a:t>
                      </a:r>
                      <a:endParaRPr lang="pt-BR" sz="800" b="1" i="0" dirty="0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pt-BR" sz="800" b="1" i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{{MB}}</a:t>
                      </a:r>
                      <a:endParaRPr lang="pt-BR" sz="800" b="1" i="0" dirty="0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31569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900" b="0" i="0">
                          <a:solidFill>
                            <a:srgbClr val="0C0808"/>
                          </a:solidFill>
                          <a:effectLst/>
                          <a:latin typeface="Arial" panose="020B0604020202020204" pitchFamily="34" charset="0"/>
                        </a:rPr>
                        <a:t>DRO (dias)</a:t>
                      </a:r>
                      <a:endParaRPr lang="pt-BR" b="0" i="0">
                        <a:solidFill>
                          <a:srgbClr val="0C0808"/>
                        </a:solidFill>
                        <a:effectLst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pt-BR" sz="800" b="0" i="0" dirty="0">
                          <a:solidFill>
                            <a:srgbClr val="0C0808"/>
                          </a:solidFill>
                          <a:effectLst/>
                          <a:latin typeface="Arial"/>
                        </a:rPr>
                        <a:t>{{</a:t>
                      </a:r>
                      <a:r>
                        <a:rPr lang="pt-BR" sz="800" b="0" i="0" u="none" strike="noStrike" noProof="0" dirty="0">
                          <a:solidFill>
                            <a:srgbClr val="0C0808"/>
                          </a:solidFill>
                          <a:effectLst/>
                          <a:latin typeface="Arial"/>
                          <a:cs typeface="Arial"/>
                        </a:rPr>
                        <a:t>DRO (dias)}}</a:t>
                      </a:r>
                      <a:endParaRPr lang="pt-BR" sz="800" b="0" i="0" dirty="0">
                        <a:solidFill>
                          <a:srgbClr val="0C0808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8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57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838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4">
            <a:extLst>
              <a:ext uri="{FF2B5EF4-FFF2-40B4-BE49-F238E27FC236}">
                <a16:creationId xmlns:a16="http://schemas.microsoft.com/office/drawing/2014/main" id="{EA05AC2F-860B-C9A8-A4EE-F5FC64328A1C}"/>
              </a:ext>
            </a:extLst>
          </p:cNvPr>
          <p:cNvSpPr/>
          <p:nvPr/>
        </p:nvSpPr>
        <p:spPr bwMode="auto">
          <a:xfrm>
            <a:off x="360361" y="1027942"/>
            <a:ext cx="5699058" cy="800857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buClr>
                <a:srgbClr val="E4610F"/>
              </a:buClr>
              <a:buSzPct val="100000"/>
            </a:pPr>
            <a:r>
              <a:rPr lang="pt-BR" sz="1200" dirty="0"/>
              <a:t>{{Entregáveis [</a:t>
            </a:r>
            <a:r>
              <a:rPr lang="pt-BR" sz="1200" dirty="0" err="1"/>
              <a:t>Deliverables</a:t>
            </a:r>
            <a:r>
              <a:rPr lang="pt-BR" sz="1200" dirty="0"/>
              <a:t>]}}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83BD3-5E96-7F49-958C-9E9318D8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2C104EB7-05C1-4203-91E7-5346EE0D9C38}"/>
              </a:ext>
            </a:extLst>
          </p:cNvPr>
          <p:cNvSpPr/>
          <p:nvPr/>
        </p:nvSpPr>
        <p:spPr bwMode="auto">
          <a:xfrm>
            <a:off x="360361" y="745084"/>
            <a:ext cx="5699058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 dirty="0">
                <a:solidFill>
                  <a:srgbClr val="FFFFFF"/>
                </a:solidFill>
              </a:rPr>
              <a:t>Entregáveis [</a:t>
            </a:r>
            <a:r>
              <a:rPr lang="pt-BR" sz="1200" b="1" dirty="0" err="1">
                <a:solidFill>
                  <a:srgbClr val="FFFFFF"/>
                </a:solidFill>
              </a:rPr>
              <a:t>Deliverables</a:t>
            </a:r>
            <a:r>
              <a:rPr lang="pt-BR" sz="1200" b="1" dirty="0">
                <a:solidFill>
                  <a:srgbClr val="FFFFFF"/>
                </a:solidFill>
              </a:rPr>
              <a:t>]</a:t>
            </a:r>
            <a:endParaRPr lang="pt-BR" sz="1200" b="1" i="0" u="none" baseline="0" dirty="0">
              <a:solidFill>
                <a:srgbClr val="FFFFFF"/>
              </a:solidFill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BD93D356-F080-2797-EB35-C30F84BA3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982141"/>
              </p:ext>
            </p:extLst>
          </p:nvPr>
        </p:nvGraphicFramePr>
        <p:xfrm>
          <a:off x="360361" y="1945640"/>
          <a:ext cx="5699058" cy="7385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54489">
                  <a:extLst>
                    <a:ext uri="{9D8B030D-6E8A-4147-A177-3AD203B41FA5}">
                      <a16:colId xmlns:a16="http://schemas.microsoft.com/office/drawing/2014/main" val="100538644"/>
                    </a:ext>
                  </a:extLst>
                </a:gridCol>
                <a:gridCol w="1544569">
                  <a:extLst>
                    <a:ext uri="{9D8B030D-6E8A-4147-A177-3AD203B41FA5}">
                      <a16:colId xmlns:a16="http://schemas.microsoft.com/office/drawing/2014/main" val="2407005984"/>
                    </a:ext>
                  </a:extLst>
                </a:gridCol>
              </a:tblGrid>
              <a:tr h="281325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Entregáveis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Data/Prazo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722567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{{Entregáveis}}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{{Data/Prazo/entregáveis}}</a:t>
                      </a:r>
                      <a:endParaRPr lang="pt-B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778563"/>
                  </a:ext>
                </a:extLst>
              </a:tr>
            </a:tbl>
          </a:graphicData>
        </a:graphic>
      </p:graphicFrame>
      <p:sp>
        <p:nvSpPr>
          <p:cNvPr id="7" name="Rectangle 34">
            <a:extLst>
              <a:ext uri="{FF2B5EF4-FFF2-40B4-BE49-F238E27FC236}">
                <a16:creationId xmlns:a16="http://schemas.microsoft.com/office/drawing/2014/main" id="{18568DD2-1782-1FBC-42B8-CD78C9CC2F46}"/>
              </a:ext>
            </a:extLst>
          </p:cNvPr>
          <p:cNvSpPr/>
          <p:nvPr/>
        </p:nvSpPr>
        <p:spPr bwMode="auto">
          <a:xfrm>
            <a:off x="6143985" y="1027939"/>
            <a:ext cx="5699058" cy="800857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buClr>
                <a:srgbClr val="E4610F"/>
              </a:buClr>
              <a:buSzPct val="100000"/>
            </a:pPr>
            <a:r>
              <a:rPr lang="pt-BR" sz="1200" dirty="0"/>
              <a:t>{{</a:t>
            </a:r>
            <a:r>
              <a:rPr lang="pt-BR" sz="1200" dirty="0" err="1"/>
              <a:t>Bid</a:t>
            </a:r>
            <a:r>
              <a:rPr lang="pt-BR" sz="1200" dirty="0"/>
              <a:t> </a:t>
            </a:r>
            <a:r>
              <a:rPr lang="pt-BR" sz="1200" dirty="0" err="1"/>
              <a:t>Margin</a:t>
            </a:r>
            <a:r>
              <a:rPr lang="pt-BR" sz="1200" dirty="0"/>
              <a:t>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A479367A-E141-7FF9-808C-59C12D3F5217}"/>
              </a:ext>
            </a:extLst>
          </p:cNvPr>
          <p:cNvSpPr/>
          <p:nvPr/>
        </p:nvSpPr>
        <p:spPr bwMode="auto">
          <a:xfrm>
            <a:off x="6143985" y="745081"/>
            <a:ext cx="5699058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FFFFFF"/>
                </a:solidFill>
              </a:rPr>
              <a:t>Billing Plan</a:t>
            </a:r>
            <a:endParaRPr lang="en-US" sz="1200" b="1" i="0" u="none" baseline="0" dirty="0">
              <a:solidFill>
                <a:srgbClr val="FFFFFF"/>
              </a:solidFill>
            </a:endParaRPr>
          </a:p>
        </p:txBody>
      </p:sp>
      <p:graphicFrame>
        <p:nvGraphicFramePr>
          <p:cNvPr id="9" name="Tabela 2">
            <a:extLst>
              <a:ext uri="{FF2B5EF4-FFF2-40B4-BE49-F238E27FC236}">
                <a16:creationId xmlns:a16="http://schemas.microsoft.com/office/drawing/2014/main" id="{CCD8710C-1483-6C14-C5C7-98A465ECC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905254"/>
              </p:ext>
            </p:extLst>
          </p:nvPr>
        </p:nvGraphicFramePr>
        <p:xfrm>
          <a:off x="6143985" y="1945637"/>
          <a:ext cx="5699057" cy="7385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67327">
                  <a:extLst>
                    <a:ext uri="{9D8B030D-6E8A-4147-A177-3AD203B41FA5}">
                      <a16:colId xmlns:a16="http://schemas.microsoft.com/office/drawing/2014/main" val="100538644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896681563"/>
                    </a:ext>
                  </a:extLst>
                </a:gridCol>
                <a:gridCol w="2141258">
                  <a:extLst>
                    <a:ext uri="{9D8B030D-6E8A-4147-A177-3AD203B41FA5}">
                      <a16:colId xmlns:a16="http://schemas.microsoft.com/office/drawing/2014/main" val="2407005984"/>
                    </a:ext>
                  </a:extLst>
                </a:gridCol>
              </a:tblGrid>
              <a:tr h="281325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Eventos de faturamento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Data/Prazo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Valor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722567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{{Eventos de faturamento}}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{{Data/Prazo/faturamento}}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{{Valor}}</a:t>
                      </a:r>
                      <a:endParaRPr lang="pt-B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778563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05B6EFD3-F472-91E2-C9F0-529BFA9D1A00}"/>
              </a:ext>
            </a:extLst>
          </p:cNvPr>
          <p:cNvSpPr txBox="1"/>
          <p:nvPr/>
        </p:nvSpPr>
        <p:spPr>
          <a:xfrm>
            <a:off x="3251419" y="6534150"/>
            <a:ext cx="5860683" cy="2446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pt-BR" sz="1100" i="1">
                <a:solidFill>
                  <a:schemeClr val="bg1">
                    <a:lumMod val="50000"/>
                  </a:schemeClr>
                </a:solidFill>
              </a:rPr>
              <a:t>[expandir conforme necessário para contemplar o ciclo do projeto]</a:t>
            </a:r>
          </a:p>
        </p:txBody>
      </p:sp>
      <p:sp>
        <p:nvSpPr>
          <p:cNvPr id="11" name="Rectangle 34">
            <a:extLst>
              <a:ext uri="{FF2B5EF4-FFF2-40B4-BE49-F238E27FC236}">
                <a16:creationId xmlns:a16="http://schemas.microsoft.com/office/drawing/2014/main" id="{2C306669-834F-9AE0-FD43-8FF79B2A5C44}"/>
              </a:ext>
            </a:extLst>
          </p:cNvPr>
          <p:cNvSpPr/>
          <p:nvPr/>
        </p:nvSpPr>
        <p:spPr bwMode="auto">
          <a:xfrm>
            <a:off x="1427109" y="264439"/>
            <a:ext cx="1739743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{{OSC ID}}</a:t>
            </a:r>
            <a:endParaRPr lang="pt-BR" sz="1200" dirty="0">
              <a:solidFill>
                <a:srgbClr val="292929"/>
              </a:solidFill>
              <a:cs typeface="Arial"/>
            </a:endParaRPr>
          </a:p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500" dirty="0">
              <a:solidFill>
                <a:srgbClr val="292929"/>
              </a:solidFill>
              <a:cs typeface="Arial"/>
            </a:endParaRPr>
          </a:p>
        </p:txBody>
      </p:sp>
      <p:sp>
        <p:nvSpPr>
          <p:cNvPr id="13" name="Rectangle 34">
            <a:extLst>
              <a:ext uri="{FF2B5EF4-FFF2-40B4-BE49-F238E27FC236}">
                <a16:creationId xmlns:a16="http://schemas.microsoft.com/office/drawing/2014/main" id="{8437F6FC-6633-6457-7474-9DBB59E0447D}"/>
              </a:ext>
            </a:extLst>
          </p:cNvPr>
          <p:cNvSpPr/>
          <p:nvPr/>
        </p:nvSpPr>
        <p:spPr bwMode="auto">
          <a:xfrm>
            <a:off x="4259419" y="264439"/>
            <a:ext cx="1800000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{{Cliente}}</a:t>
            </a:r>
            <a:endParaRPr lang="pt-BR" sz="1200" dirty="0">
              <a:solidFill>
                <a:srgbClr val="292929"/>
              </a:solidFill>
              <a:cs typeface="Arial"/>
            </a:endParaRPr>
          </a:p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1100" dirty="0">
              <a:solidFill>
                <a:srgbClr val="292929"/>
              </a:solidFill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C9813735-DF8E-787A-A3D1-96F348AF52A4}"/>
              </a:ext>
            </a:extLst>
          </p:cNvPr>
          <p:cNvSpPr/>
          <p:nvPr/>
        </p:nvSpPr>
        <p:spPr bwMode="auto">
          <a:xfrm>
            <a:off x="360362" y="264439"/>
            <a:ext cx="1080000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>
                <a:solidFill>
                  <a:srgbClr val="FFFFFF"/>
                </a:solidFill>
              </a:rPr>
              <a:t>OSC ID</a:t>
            </a:r>
            <a:endParaRPr lang="pt-BR" sz="1200" b="1" i="0" u="none" baseline="0">
              <a:solidFill>
                <a:srgbClr val="FFFFFF"/>
              </a:solidFill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6CB18B17-7A9C-2A13-42F0-298DD01A08B2}"/>
              </a:ext>
            </a:extLst>
          </p:cNvPr>
          <p:cNvSpPr/>
          <p:nvPr/>
        </p:nvSpPr>
        <p:spPr bwMode="auto">
          <a:xfrm>
            <a:off x="3251419" y="264439"/>
            <a:ext cx="1014597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>
                <a:solidFill>
                  <a:srgbClr val="FFFFFF"/>
                </a:solidFill>
              </a:rPr>
              <a:t>Cliente</a:t>
            </a:r>
            <a:endParaRPr lang="pt-BR" sz="1200" b="1" i="0" u="none" baseline="0">
              <a:solidFill>
                <a:srgbClr val="FFFFFF"/>
              </a:solidFill>
            </a:endParaRPr>
          </a:p>
        </p:txBody>
      </p:sp>
      <p:sp>
        <p:nvSpPr>
          <p:cNvPr id="19" name="Rectangle 34">
            <a:extLst>
              <a:ext uri="{FF2B5EF4-FFF2-40B4-BE49-F238E27FC236}">
                <a16:creationId xmlns:a16="http://schemas.microsoft.com/office/drawing/2014/main" id="{E165DC53-715A-536C-66E0-56A9AC6D5772}"/>
              </a:ext>
            </a:extLst>
          </p:cNvPr>
          <p:cNvSpPr/>
          <p:nvPr/>
        </p:nvSpPr>
        <p:spPr bwMode="auto">
          <a:xfrm>
            <a:off x="7167427" y="264439"/>
            <a:ext cx="4664211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{{Projeto}}</a:t>
            </a:r>
            <a:endParaRPr lang="pt-BR" sz="1200" dirty="0">
              <a:solidFill>
                <a:srgbClr val="292929"/>
              </a:solidFill>
              <a:cs typeface="Arial"/>
            </a:endParaRPr>
          </a:p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1100" dirty="0">
              <a:solidFill>
                <a:srgbClr val="292929"/>
              </a:solidFill>
              <a:cs typeface="Arial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FCC9EF8F-E765-05B0-67CF-B697F646966C}"/>
              </a:ext>
            </a:extLst>
          </p:cNvPr>
          <p:cNvSpPr/>
          <p:nvPr/>
        </p:nvSpPr>
        <p:spPr bwMode="auto">
          <a:xfrm>
            <a:off x="6143985" y="264439"/>
            <a:ext cx="1080000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>
                <a:solidFill>
                  <a:srgbClr val="FFFFFF"/>
                </a:solidFill>
              </a:rPr>
              <a:t>Projeto</a:t>
            </a:r>
            <a:endParaRPr lang="pt-BR" sz="1200" b="1" i="0" u="none" baseline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153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4">
            <a:extLst>
              <a:ext uri="{FF2B5EF4-FFF2-40B4-BE49-F238E27FC236}">
                <a16:creationId xmlns:a16="http://schemas.microsoft.com/office/drawing/2014/main" id="{EA05AC2F-860B-C9A8-A4EE-F5FC64328A1C}"/>
              </a:ext>
            </a:extLst>
          </p:cNvPr>
          <p:cNvSpPr/>
          <p:nvPr/>
        </p:nvSpPr>
        <p:spPr bwMode="auto">
          <a:xfrm>
            <a:off x="360361" y="1027942"/>
            <a:ext cx="5699058" cy="800857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buClr>
                <a:srgbClr val="E4610F"/>
              </a:buClr>
              <a:buSzPct val="100000"/>
            </a:pPr>
            <a:r>
              <a:rPr lang="pt-BR" sz="1200" dirty="0"/>
              <a:t>{{Recursos Chave [internos]}}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83BD3-5E96-7F49-958C-9E9318D8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2C104EB7-05C1-4203-91E7-5346EE0D9C38}"/>
              </a:ext>
            </a:extLst>
          </p:cNvPr>
          <p:cNvSpPr/>
          <p:nvPr/>
        </p:nvSpPr>
        <p:spPr bwMode="auto">
          <a:xfrm>
            <a:off x="360361" y="745084"/>
            <a:ext cx="5699058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 dirty="0">
                <a:solidFill>
                  <a:srgbClr val="FFFFFF"/>
                </a:solidFill>
              </a:rPr>
              <a:t>Recursos Chave [internos]</a:t>
            </a:r>
            <a:endParaRPr lang="pt-BR" sz="1200" b="1" i="0" u="none" baseline="0" dirty="0">
              <a:solidFill>
                <a:srgbClr val="FFFFFF"/>
              </a:solidFill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BD93D356-F080-2797-EB35-C30F84BA3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823738"/>
              </p:ext>
            </p:extLst>
          </p:nvPr>
        </p:nvGraphicFramePr>
        <p:xfrm>
          <a:off x="360361" y="1945640"/>
          <a:ext cx="5699058" cy="30945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21704">
                  <a:extLst>
                    <a:ext uri="{9D8B030D-6E8A-4147-A177-3AD203B41FA5}">
                      <a16:colId xmlns:a16="http://schemas.microsoft.com/office/drawing/2014/main" val="100538644"/>
                    </a:ext>
                  </a:extLst>
                </a:gridCol>
                <a:gridCol w="2077354">
                  <a:extLst>
                    <a:ext uri="{9D8B030D-6E8A-4147-A177-3AD203B41FA5}">
                      <a16:colId xmlns:a16="http://schemas.microsoft.com/office/drawing/2014/main" val="2407005984"/>
                    </a:ext>
                  </a:extLst>
                </a:gridCol>
              </a:tblGrid>
              <a:tr h="281325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recurso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comentários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722567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{{recurso/internos}}</a:t>
                      </a:r>
                      <a:endParaRPr lang="pt-BR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{{comentários/internos}}</a:t>
                      </a:r>
                      <a:endParaRPr lang="pt-B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778563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3725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700454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800190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129524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056925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362817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064401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880922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722582"/>
                  </a:ext>
                </a:extLst>
              </a:tr>
            </a:tbl>
          </a:graphicData>
        </a:graphic>
      </p:graphicFrame>
      <p:sp>
        <p:nvSpPr>
          <p:cNvPr id="7" name="Rectangle 34">
            <a:extLst>
              <a:ext uri="{FF2B5EF4-FFF2-40B4-BE49-F238E27FC236}">
                <a16:creationId xmlns:a16="http://schemas.microsoft.com/office/drawing/2014/main" id="{18568DD2-1782-1FBC-42B8-CD78C9CC2F46}"/>
              </a:ext>
            </a:extLst>
          </p:cNvPr>
          <p:cNvSpPr/>
          <p:nvPr/>
        </p:nvSpPr>
        <p:spPr bwMode="auto">
          <a:xfrm>
            <a:off x="6143985" y="1027939"/>
            <a:ext cx="5699058" cy="800857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fontAlgn="base">
              <a:buClr>
                <a:srgbClr val="E4610F"/>
              </a:buClr>
              <a:buSzPct val="100000"/>
            </a:pPr>
            <a:r>
              <a:rPr lang="pt-BR" sz="1200" dirty="0"/>
              <a:t>{{Recursos Chave [externos]}}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A479367A-E141-7FF9-808C-59C12D3F5217}"/>
              </a:ext>
            </a:extLst>
          </p:cNvPr>
          <p:cNvSpPr/>
          <p:nvPr/>
        </p:nvSpPr>
        <p:spPr bwMode="auto">
          <a:xfrm>
            <a:off x="6143985" y="745081"/>
            <a:ext cx="5699058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 dirty="0">
                <a:solidFill>
                  <a:srgbClr val="FFFFFF"/>
                </a:solidFill>
              </a:rPr>
              <a:t>Recursos Chave [externos]</a:t>
            </a:r>
            <a:endParaRPr lang="pt-BR" sz="1200" b="1" i="0" u="none" baseline="0" dirty="0">
              <a:solidFill>
                <a:srgbClr val="FFFFFF"/>
              </a:solidFill>
            </a:endParaRPr>
          </a:p>
        </p:txBody>
      </p:sp>
      <p:graphicFrame>
        <p:nvGraphicFramePr>
          <p:cNvPr id="9" name="Tabela 2">
            <a:extLst>
              <a:ext uri="{FF2B5EF4-FFF2-40B4-BE49-F238E27FC236}">
                <a16:creationId xmlns:a16="http://schemas.microsoft.com/office/drawing/2014/main" id="{CCD8710C-1483-6C14-C5C7-98A465ECC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208180"/>
              </p:ext>
            </p:extLst>
          </p:nvPr>
        </p:nvGraphicFramePr>
        <p:xfrm>
          <a:off x="6143985" y="1945637"/>
          <a:ext cx="5699058" cy="2813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37434">
                  <a:extLst>
                    <a:ext uri="{9D8B030D-6E8A-4147-A177-3AD203B41FA5}">
                      <a16:colId xmlns:a16="http://schemas.microsoft.com/office/drawing/2014/main" val="100538644"/>
                    </a:ext>
                  </a:extLst>
                </a:gridCol>
                <a:gridCol w="1961624">
                  <a:extLst>
                    <a:ext uri="{9D8B030D-6E8A-4147-A177-3AD203B41FA5}">
                      <a16:colId xmlns:a16="http://schemas.microsoft.com/office/drawing/2014/main" val="2407005984"/>
                    </a:ext>
                  </a:extLst>
                </a:gridCol>
              </a:tblGrid>
              <a:tr h="281325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recurso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comentários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722567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{{recurso/externos}}</a:t>
                      </a:r>
                      <a:endParaRPr lang="pt-BR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{{comentários/externos}}</a:t>
                      </a:r>
                      <a:endParaRPr lang="pt-B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3725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700454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800190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129524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056925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362817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064401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880922"/>
                  </a:ext>
                </a:extLst>
              </a:tr>
              <a:tr h="281325">
                <a:tc>
                  <a:txBody>
                    <a:bodyPr/>
                    <a:lstStyle/>
                    <a:p>
                      <a:pPr algn="l" fontAlgn="ctr"/>
                      <a:endParaRPr lang="pt-BR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722582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05B6EFD3-F472-91E2-C9F0-529BFA9D1A00}"/>
              </a:ext>
            </a:extLst>
          </p:cNvPr>
          <p:cNvSpPr txBox="1"/>
          <p:nvPr/>
        </p:nvSpPr>
        <p:spPr>
          <a:xfrm>
            <a:off x="3251419" y="6534150"/>
            <a:ext cx="5699058" cy="2446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pt-BR" sz="1100" i="1">
                <a:solidFill>
                  <a:schemeClr val="bg1">
                    <a:lumMod val="50000"/>
                  </a:schemeClr>
                </a:solidFill>
              </a:rPr>
              <a:t>[expandir conforme necessário]</a:t>
            </a:r>
          </a:p>
        </p:txBody>
      </p:sp>
      <p:sp>
        <p:nvSpPr>
          <p:cNvPr id="11" name="Rectangle 34">
            <a:extLst>
              <a:ext uri="{FF2B5EF4-FFF2-40B4-BE49-F238E27FC236}">
                <a16:creationId xmlns:a16="http://schemas.microsoft.com/office/drawing/2014/main" id="{747DDC1F-E6D4-DFBC-F447-6ECE948D9524}"/>
              </a:ext>
            </a:extLst>
          </p:cNvPr>
          <p:cNvSpPr/>
          <p:nvPr/>
        </p:nvSpPr>
        <p:spPr bwMode="auto">
          <a:xfrm>
            <a:off x="1427109" y="264439"/>
            <a:ext cx="1739743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{{OSC ID}}</a:t>
            </a:r>
            <a:endParaRPr lang="pt-BR" sz="1200" dirty="0">
              <a:solidFill>
                <a:srgbClr val="292929"/>
              </a:solidFill>
              <a:cs typeface="Arial"/>
            </a:endParaRPr>
          </a:p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500" dirty="0">
              <a:solidFill>
                <a:srgbClr val="292929"/>
              </a:solidFill>
              <a:cs typeface="Arial"/>
            </a:endParaRPr>
          </a:p>
        </p:txBody>
      </p:sp>
      <p:sp>
        <p:nvSpPr>
          <p:cNvPr id="13" name="Rectangle 34">
            <a:extLst>
              <a:ext uri="{FF2B5EF4-FFF2-40B4-BE49-F238E27FC236}">
                <a16:creationId xmlns:a16="http://schemas.microsoft.com/office/drawing/2014/main" id="{EA58D78A-F344-7E8A-7E49-F7D308CC4644}"/>
              </a:ext>
            </a:extLst>
          </p:cNvPr>
          <p:cNvSpPr/>
          <p:nvPr/>
        </p:nvSpPr>
        <p:spPr bwMode="auto">
          <a:xfrm>
            <a:off x="4259419" y="264439"/>
            <a:ext cx="1800000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{{Cliente}}</a:t>
            </a:r>
            <a:endParaRPr lang="pt-BR" sz="1200" dirty="0">
              <a:solidFill>
                <a:srgbClr val="292929"/>
              </a:solidFill>
              <a:cs typeface="Arial"/>
            </a:endParaRPr>
          </a:p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1100" dirty="0">
              <a:solidFill>
                <a:srgbClr val="292929"/>
              </a:solidFill>
            </a:endParaRP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95C362B8-F65C-F1BD-A26E-6870EE4819BB}"/>
              </a:ext>
            </a:extLst>
          </p:cNvPr>
          <p:cNvSpPr/>
          <p:nvPr/>
        </p:nvSpPr>
        <p:spPr bwMode="auto">
          <a:xfrm>
            <a:off x="360362" y="264439"/>
            <a:ext cx="1080000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>
                <a:solidFill>
                  <a:srgbClr val="FFFFFF"/>
                </a:solidFill>
              </a:rPr>
              <a:t>OSC ID</a:t>
            </a:r>
            <a:endParaRPr lang="pt-BR" sz="1200" b="1" i="0" u="none" baseline="0">
              <a:solidFill>
                <a:srgbClr val="FFFFFF"/>
              </a:solidFill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745893C2-9EE5-BD36-6776-474910A93C66}"/>
              </a:ext>
            </a:extLst>
          </p:cNvPr>
          <p:cNvSpPr/>
          <p:nvPr/>
        </p:nvSpPr>
        <p:spPr bwMode="auto">
          <a:xfrm>
            <a:off x="3251419" y="264439"/>
            <a:ext cx="1014597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>
                <a:solidFill>
                  <a:srgbClr val="FFFFFF"/>
                </a:solidFill>
              </a:rPr>
              <a:t>Cliente</a:t>
            </a:r>
            <a:endParaRPr lang="pt-BR" sz="1200" b="1" i="0" u="none" baseline="0">
              <a:solidFill>
                <a:srgbClr val="FFFFFF"/>
              </a:solidFill>
            </a:endParaRPr>
          </a:p>
        </p:txBody>
      </p:sp>
      <p:sp>
        <p:nvSpPr>
          <p:cNvPr id="19" name="Rectangle 34">
            <a:extLst>
              <a:ext uri="{FF2B5EF4-FFF2-40B4-BE49-F238E27FC236}">
                <a16:creationId xmlns:a16="http://schemas.microsoft.com/office/drawing/2014/main" id="{4E0DB2B3-ED4C-EC53-4AC9-F62594C861C5}"/>
              </a:ext>
            </a:extLst>
          </p:cNvPr>
          <p:cNvSpPr/>
          <p:nvPr/>
        </p:nvSpPr>
        <p:spPr bwMode="auto">
          <a:xfrm>
            <a:off x="7167427" y="264439"/>
            <a:ext cx="4664211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{{Projeto}}</a:t>
            </a:r>
            <a:endParaRPr lang="pt-BR" sz="1200" dirty="0">
              <a:solidFill>
                <a:srgbClr val="292929"/>
              </a:solidFill>
              <a:cs typeface="Arial"/>
            </a:endParaRPr>
          </a:p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1100" dirty="0">
              <a:solidFill>
                <a:srgbClr val="292929"/>
              </a:solidFill>
              <a:cs typeface="Arial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D72AD2FF-F0BF-C515-A5FB-9E11FB4222FD}"/>
              </a:ext>
            </a:extLst>
          </p:cNvPr>
          <p:cNvSpPr/>
          <p:nvPr/>
        </p:nvSpPr>
        <p:spPr bwMode="auto">
          <a:xfrm>
            <a:off x="6143985" y="264439"/>
            <a:ext cx="1080000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>
                <a:solidFill>
                  <a:srgbClr val="FFFFFF"/>
                </a:solidFill>
              </a:rPr>
              <a:t>Projeto</a:t>
            </a:r>
            <a:endParaRPr lang="pt-BR" sz="1200" b="1" i="0" u="none" baseline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653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4">
            <a:extLst>
              <a:ext uri="{FF2B5EF4-FFF2-40B4-BE49-F238E27FC236}">
                <a16:creationId xmlns:a16="http://schemas.microsoft.com/office/drawing/2014/main" id="{7EC7BBF5-9395-AFC4-FB91-2C7187E62A97}"/>
              </a:ext>
            </a:extLst>
          </p:cNvPr>
          <p:cNvSpPr/>
          <p:nvPr/>
        </p:nvSpPr>
        <p:spPr bwMode="auto">
          <a:xfrm>
            <a:off x="1427109" y="264439"/>
            <a:ext cx="1739743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{{OSC ID}}</a:t>
            </a:r>
            <a:endParaRPr lang="pt-BR" sz="1200" dirty="0">
              <a:solidFill>
                <a:srgbClr val="292929"/>
              </a:solidFill>
              <a:cs typeface="Arial"/>
            </a:endParaRPr>
          </a:p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500" dirty="0">
              <a:solidFill>
                <a:srgbClr val="292929"/>
              </a:solidFill>
              <a:cs typeface="Arial"/>
            </a:endParaRPr>
          </a:p>
        </p:txBody>
      </p:sp>
      <p:sp>
        <p:nvSpPr>
          <p:cNvPr id="30" name="Rectangle 34">
            <a:extLst>
              <a:ext uri="{FF2B5EF4-FFF2-40B4-BE49-F238E27FC236}">
                <a16:creationId xmlns:a16="http://schemas.microsoft.com/office/drawing/2014/main" id="{5AD70E5C-25F1-B0AF-AA0E-684E75836DF9}"/>
              </a:ext>
            </a:extLst>
          </p:cNvPr>
          <p:cNvSpPr/>
          <p:nvPr/>
        </p:nvSpPr>
        <p:spPr bwMode="auto">
          <a:xfrm>
            <a:off x="4259419" y="264439"/>
            <a:ext cx="1800000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{{Cliente}}</a:t>
            </a:r>
            <a:endParaRPr lang="pt-BR" sz="1200" dirty="0">
              <a:solidFill>
                <a:srgbClr val="292929"/>
              </a:solidFill>
              <a:cs typeface="Arial"/>
            </a:endParaRPr>
          </a:p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1100" dirty="0">
              <a:solidFill>
                <a:srgbClr val="292929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83BD3-5E96-7F49-958C-9E9318D8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DA4F4D97-F60B-7A4F-16D0-9ED4A2554B53}"/>
              </a:ext>
            </a:extLst>
          </p:cNvPr>
          <p:cNvSpPr/>
          <p:nvPr/>
        </p:nvSpPr>
        <p:spPr bwMode="auto">
          <a:xfrm>
            <a:off x="360362" y="264439"/>
            <a:ext cx="1080000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>
                <a:solidFill>
                  <a:srgbClr val="FFFFFF"/>
                </a:solidFill>
              </a:rPr>
              <a:t>OSC ID</a:t>
            </a:r>
            <a:endParaRPr lang="pt-BR" sz="1200" b="1" i="0" u="none" baseline="0">
              <a:solidFill>
                <a:srgbClr val="FFFFFF"/>
              </a:solidFill>
            </a:endParaRP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92B62521-E794-1F4F-2FC5-724FFB627A0C}"/>
              </a:ext>
            </a:extLst>
          </p:cNvPr>
          <p:cNvSpPr/>
          <p:nvPr/>
        </p:nvSpPr>
        <p:spPr bwMode="auto">
          <a:xfrm>
            <a:off x="3251419" y="264439"/>
            <a:ext cx="1014597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>
                <a:solidFill>
                  <a:srgbClr val="FFFFFF"/>
                </a:solidFill>
              </a:rPr>
              <a:t>Cliente</a:t>
            </a:r>
            <a:endParaRPr lang="pt-BR" sz="1200" b="1" i="0" u="none" baseline="0">
              <a:solidFill>
                <a:srgbClr val="FFFFFF"/>
              </a:solidFill>
            </a:endParaRPr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2C104EB7-05C1-4203-91E7-5346EE0D9C38}"/>
              </a:ext>
            </a:extLst>
          </p:cNvPr>
          <p:cNvSpPr/>
          <p:nvPr/>
        </p:nvSpPr>
        <p:spPr bwMode="auto">
          <a:xfrm>
            <a:off x="360360" y="653612"/>
            <a:ext cx="11471277" cy="28800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 i="0" u="none" baseline="0" dirty="0" err="1">
                <a:solidFill>
                  <a:srgbClr val="FFFFFF"/>
                </a:solidFill>
              </a:rPr>
              <a:t>One</a:t>
            </a:r>
            <a:r>
              <a:rPr lang="pt-BR" sz="1200" b="1" dirty="0" err="1">
                <a:solidFill>
                  <a:srgbClr val="FFFFFF"/>
                </a:solidFill>
              </a:rPr>
              <a:t>Pager</a:t>
            </a:r>
            <a:r>
              <a:rPr lang="pt-BR" sz="1200" b="1" dirty="0">
                <a:solidFill>
                  <a:srgbClr val="FFFFFF"/>
                </a:solidFill>
              </a:rPr>
              <a:t> do Contrato – Itens críticos do contrato</a:t>
            </a:r>
            <a:endParaRPr lang="pt-BR" sz="1200" b="1" i="0" u="none" baseline="0" dirty="0">
              <a:solidFill>
                <a:srgbClr val="FFFFFF"/>
              </a:solidFill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BD93D356-F080-2797-EB35-C30F84BA3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37224"/>
              </p:ext>
            </p:extLst>
          </p:nvPr>
        </p:nvGraphicFramePr>
        <p:xfrm>
          <a:off x="360360" y="1263345"/>
          <a:ext cx="11471277" cy="22437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91502">
                  <a:extLst>
                    <a:ext uri="{9D8B030D-6E8A-4147-A177-3AD203B41FA5}">
                      <a16:colId xmlns:a16="http://schemas.microsoft.com/office/drawing/2014/main" val="100538644"/>
                    </a:ext>
                  </a:extLst>
                </a:gridCol>
                <a:gridCol w="752293">
                  <a:extLst>
                    <a:ext uri="{9D8B030D-6E8A-4147-A177-3AD203B41FA5}">
                      <a16:colId xmlns:a16="http://schemas.microsoft.com/office/drawing/2014/main" val="2950509271"/>
                    </a:ext>
                  </a:extLst>
                </a:gridCol>
                <a:gridCol w="8527482">
                  <a:extLst>
                    <a:ext uri="{9D8B030D-6E8A-4147-A177-3AD203B41FA5}">
                      <a16:colId xmlns:a16="http://schemas.microsoft.com/office/drawing/2014/main" val="2407005984"/>
                    </a:ext>
                  </a:extLst>
                </a:gridCol>
              </a:tblGrid>
              <a:tr h="268515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tópico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>
                          <a:solidFill>
                            <a:schemeClr val="bg1"/>
                          </a:solidFill>
                        </a:rPr>
                        <a:t>cláusula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chemeClr val="bg1"/>
                          </a:solidFill>
                        </a:rPr>
                        <a:t>comentários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722567"/>
                  </a:ext>
                </a:extLst>
              </a:tr>
              <a:tr h="278354">
                <a:tc rowSpan="2">
                  <a:txBody>
                    <a:bodyPr/>
                    <a:lstStyle/>
                    <a:p>
                      <a:r>
                        <a:rPr lang="pt-BR" sz="1100" dirty="0"/>
                        <a:t>{{Escopo}}</a:t>
                      </a:r>
                    </a:p>
                  </a:txBody>
                  <a:tcPr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778563"/>
                  </a:ext>
                </a:extLst>
              </a:tr>
              <a:tr h="278354">
                <a:tc vMerge="1"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3725"/>
                  </a:ext>
                </a:extLst>
              </a:tr>
              <a:tr h="268515">
                <a:tc rowSpan="2">
                  <a:txBody>
                    <a:bodyPr/>
                    <a:lstStyle/>
                    <a:p>
                      <a:r>
                        <a:rPr lang="pt-BR" sz="1100" dirty="0"/>
                        <a:t>{{Responsabilidades e Penalidades}}</a:t>
                      </a:r>
                    </a:p>
                  </a:txBody>
                  <a:tcPr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056925"/>
                  </a:ext>
                </a:extLst>
              </a:tr>
              <a:tr h="334586">
                <a:tc vMerge="1">
                  <a:txBody>
                    <a:bodyPr/>
                    <a:lstStyle/>
                    <a:p>
                      <a:endParaRPr lang="pt-BR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362817"/>
                  </a:ext>
                </a:extLst>
              </a:tr>
              <a:tr h="278354">
                <a:tc>
                  <a:txBody>
                    <a:bodyPr/>
                    <a:lstStyle/>
                    <a:p>
                      <a:r>
                        <a:rPr lang="pt-BR" sz="1100" dirty="0"/>
                        <a:t>{{Faturamento}}</a:t>
                      </a:r>
                    </a:p>
                  </a:txBody>
                  <a:tcPr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064401"/>
                  </a:ext>
                </a:extLst>
              </a:tr>
              <a:tr h="268515">
                <a:tc>
                  <a:txBody>
                    <a:bodyPr/>
                    <a:lstStyle/>
                    <a:p>
                      <a:r>
                        <a:rPr lang="pt-BR" sz="1100" dirty="0"/>
                        <a:t>{{Preço / Reajuste}}</a:t>
                      </a:r>
                    </a:p>
                  </a:txBody>
                  <a:tcPr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77292"/>
                  </a:ext>
                </a:extLst>
              </a:tr>
              <a:tr h="268515">
                <a:tc>
                  <a:txBody>
                    <a:bodyPr/>
                    <a:lstStyle/>
                    <a:p>
                      <a:r>
                        <a:rPr lang="pt-BR" sz="1100" dirty="0"/>
                        <a:t>{{Sustentabilidade}}</a:t>
                      </a:r>
                    </a:p>
                  </a:txBody>
                  <a:tcPr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871430"/>
                  </a:ext>
                </a:extLst>
              </a:tr>
            </a:tbl>
          </a:graphicData>
        </a:graphic>
      </p:graphicFrame>
      <p:sp>
        <p:nvSpPr>
          <p:cNvPr id="4" name="Rectangle 34">
            <a:extLst>
              <a:ext uri="{FF2B5EF4-FFF2-40B4-BE49-F238E27FC236}">
                <a16:creationId xmlns:a16="http://schemas.microsoft.com/office/drawing/2014/main" id="{216FA4E5-1F6D-54C7-756B-D085DCD5EC70}"/>
              </a:ext>
            </a:extLst>
          </p:cNvPr>
          <p:cNvSpPr/>
          <p:nvPr/>
        </p:nvSpPr>
        <p:spPr bwMode="auto">
          <a:xfrm>
            <a:off x="7167427" y="264439"/>
            <a:ext cx="4664211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{{Projeto}}</a:t>
            </a:r>
            <a:endParaRPr lang="pt-BR" sz="1200" dirty="0">
              <a:solidFill>
                <a:srgbClr val="292929"/>
              </a:solidFill>
              <a:cs typeface="Arial"/>
            </a:endParaRPr>
          </a:p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1100" dirty="0">
              <a:solidFill>
                <a:srgbClr val="292929"/>
              </a:solidFill>
              <a:cs typeface="Arial"/>
            </a:endParaRP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264390A9-4C17-2787-BFF0-C89B76BC9160}"/>
              </a:ext>
            </a:extLst>
          </p:cNvPr>
          <p:cNvSpPr/>
          <p:nvPr/>
        </p:nvSpPr>
        <p:spPr bwMode="auto">
          <a:xfrm>
            <a:off x="6143985" y="264439"/>
            <a:ext cx="1080000" cy="288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200" b="1">
                <a:solidFill>
                  <a:srgbClr val="FFFFFF"/>
                </a:solidFill>
              </a:rPr>
              <a:t>Projeto</a:t>
            </a:r>
            <a:endParaRPr lang="pt-BR" sz="1200" b="1" i="0" u="none" baseline="0">
              <a:solidFill>
                <a:srgbClr val="FFFFFF"/>
              </a:solidFill>
            </a:endParaRPr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6E058868-0F3B-FE86-8C28-15DA13107685}"/>
              </a:ext>
            </a:extLst>
          </p:cNvPr>
          <p:cNvSpPr/>
          <p:nvPr/>
        </p:nvSpPr>
        <p:spPr bwMode="auto">
          <a:xfrm>
            <a:off x="1427107" y="958478"/>
            <a:ext cx="1739743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{{Contrato em vigência (Contrato nº)}}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10" name="Rectangle 34">
            <a:extLst>
              <a:ext uri="{FF2B5EF4-FFF2-40B4-BE49-F238E27FC236}">
                <a16:creationId xmlns:a16="http://schemas.microsoft.com/office/drawing/2014/main" id="{19932E63-190B-9E76-6F5B-7BA7F8C7F7B6}"/>
              </a:ext>
            </a:extLst>
          </p:cNvPr>
          <p:cNvSpPr/>
          <p:nvPr/>
        </p:nvSpPr>
        <p:spPr bwMode="auto">
          <a:xfrm>
            <a:off x="4259417" y="958478"/>
            <a:ext cx="1800000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algn="ctr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r>
              <a:rPr lang="pt-BR" sz="1200" dirty="0"/>
              <a:t>{{Valor/</a:t>
            </a:r>
            <a:r>
              <a:rPr lang="pt-BR" sz="1200" dirty="0" err="1"/>
              <a:t>OnePager</a:t>
            </a:r>
            <a:r>
              <a:rPr lang="pt-BR" sz="1200" dirty="0"/>
              <a:t>}}</a:t>
            </a:r>
            <a:endParaRPr lang="pt-BR" sz="1200" dirty="0">
              <a:solidFill>
                <a:srgbClr val="292929"/>
              </a:solidFill>
            </a:endParaRPr>
          </a:p>
        </p:txBody>
      </p:sp>
      <p:sp>
        <p:nvSpPr>
          <p:cNvPr id="12" name="Rectangle 18">
            <a:extLst>
              <a:ext uri="{FF2B5EF4-FFF2-40B4-BE49-F238E27FC236}">
                <a16:creationId xmlns:a16="http://schemas.microsoft.com/office/drawing/2014/main" id="{124CCCBA-E39E-8617-2869-BAC5404D49AF}"/>
              </a:ext>
            </a:extLst>
          </p:cNvPr>
          <p:cNvSpPr/>
          <p:nvPr/>
        </p:nvSpPr>
        <p:spPr bwMode="auto">
          <a:xfrm>
            <a:off x="360360" y="958478"/>
            <a:ext cx="1080000" cy="28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dirty="0">
                <a:solidFill>
                  <a:srgbClr val="FFFFFF"/>
                </a:solidFill>
              </a:rPr>
              <a:t>Contrato nº</a:t>
            </a:r>
            <a:endParaRPr lang="pt-BR" sz="1100" b="1" i="0" u="none" baseline="0" dirty="0">
              <a:solidFill>
                <a:srgbClr val="FFFFFF"/>
              </a:solidFill>
            </a:endParaRP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CC3C506F-DDD5-91B0-6B53-83B0A256F249}"/>
              </a:ext>
            </a:extLst>
          </p:cNvPr>
          <p:cNvSpPr/>
          <p:nvPr/>
        </p:nvSpPr>
        <p:spPr bwMode="auto">
          <a:xfrm>
            <a:off x="3251417" y="958478"/>
            <a:ext cx="1014597" cy="28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dirty="0">
                <a:solidFill>
                  <a:srgbClr val="FFFFFF"/>
                </a:solidFill>
              </a:rPr>
              <a:t>Valor</a:t>
            </a:r>
            <a:endParaRPr lang="pt-BR" sz="1100" b="1" i="0" u="none" baseline="0" dirty="0">
              <a:solidFill>
                <a:srgbClr val="FFFFFF"/>
              </a:solidFill>
            </a:endParaRPr>
          </a:p>
        </p:txBody>
      </p:sp>
      <p:sp>
        <p:nvSpPr>
          <p:cNvPr id="16" name="Rectangle 34">
            <a:extLst>
              <a:ext uri="{FF2B5EF4-FFF2-40B4-BE49-F238E27FC236}">
                <a16:creationId xmlns:a16="http://schemas.microsoft.com/office/drawing/2014/main" id="{C9DDEFED-5F0C-8B09-764B-563982DE495F}"/>
              </a:ext>
            </a:extLst>
          </p:cNvPr>
          <p:cNvSpPr/>
          <p:nvPr/>
        </p:nvSpPr>
        <p:spPr bwMode="auto">
          <a:xfrm>
            <a:off x="7167424" y="958478"/>
            <a:ext cx="1827285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1100" dirty="0">
              <a:solidFill>
                <a:srgbClr val="292929"/>
              </a:solidFill>
            </a:endParaRP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B1967C45-3CD0-FDDC-6266-41780598DBE0}"/>
              </a:ext>
            </a:extLst>
          </p:cNvPr>
          <p:cNvSpPr/>
          <p:nvPr/>
        </p:nvSpPr>
        <p:spPr bwMode="auto">
          <a:xfrm>
            <a:off x="6143983" y="958478"/>
            <a:ext cx="1080000" cy="28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>
                <a:solidFill>
                  <a:srgbClr val="FFFFFF"/>
                </a:solidFill>
              </a:rPr>
              <a:t>Data de início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C8AB9489-C9F6-944C-37AE-30583692D3A1}"/>
              </a:ext>
            </a:extLst>
          </p:cNvPr>
          <p:cNvSpPr/>
          <p:nvPr/>
        </p:nvSpPr>
        <p:spPr bwMode="auto">
          <a:xfrm>
            <a:off x="10088332" y="958478"/>
            <a:ext cx="1730448" cy="288000"/>
          </a:xfrm>
          <a:prstGeom prst="rect">
            <a:avLst/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1" algn="ctr" rtl="0" fontAlgn="base">
              <a:spcBef>
                <a:spcPts val="900"/>
              </a:spcBef>
              <a:spcAft>
                <a:spcPts val="300"/>
              </a:spcAft>
              <a:buClr>
                <a:srgbClr val="E4610F"/>
              </a:buClr>
              <a:buSzPct val="100000"/>
            </a:pPr>
            <a:endParaRPr lang="pt-BR" sz="1100" dirty="0">
              <a:solidFill>
                <a:srgbClr val="292929"/>
              </a:solidFill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513434CC-49D9-AA6C-BB86-4FD5AA3D5765}"/>
              </a:ext>
            </a:extLst>
          </p:cNvPr>
          <p:cNvSpPr/>
          <p:nvPr/>
        </p:nvSpPr>
        <p:spPr bwMode="auto">
          <a:xfrm>
            <a:off x="9064890" y="958478"/>
            <a:ext cx="1080000" cy="28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rtl="0" fontAlgn="base">
              <a:spcBef>
                <a:spcPct val="50000"/>
              </a:spcBef>
              <a:spcAft>
                <a:spcPct val="0"/>
              </a:spcAft>
            </a:pPr>
            <a:r>
              <a:rPr lang="pt-BR" sz="1100" b="1" i="0" u="none" baseline="0" dirty="0">
                <a:solidFill>
                  <a:srgbClr val="FFFFFF"/>
                </a:solidFill>
              </a:rPr>
              <a:t>Data de término</a:t>
            </a:r>
          </a:p>
        </p:txBody>
      </p:sp>
    </p:spTree>
    <p:extLst>
      <p:ext uri="{BB962C8B-B14F-4D97-AF65-F5344CB8AC3E}">
        <p14:creationId xmlns:p14="http://schemas.microsoft.com/office/powerpoint/2010/main" val="769726557"/>
      </p:ext>
    </p:extLst>
  </p:cSld>
  <p:clrMapOvr>
    <a:masterClrMapping/>
  </p:clrMapOvr>
</p:sld>
</file>

<file path=ppt/theme/theme1.xml><?xml version="1.0" encoding="utf-8"?>
<a:theme xmlns:a="http://schemas.openxmlformats.org/drawingml/2006/main" name="Arcadis Master w Kicker">
  <a:themeElements>
    <a:clrScheme name="Arcadis Color Palette">
      <a:dk1>
        <a:srgbClr val="0C0808"/>
      </a:dk1>
      <a:lt1>
        <a:srgbClr val="FFFFFF"/>
      </a:lt1>
      <a:dk2>
        <a:srgbClr val="494646"/>
      </a:dk2>
      <a:lt2>
        <a:srgbClr val="C2C1C1"/>
      </a:lt2>
      <a:accent1>
        <a:srgbClr val="E4610F"/>
      </a:accent1>
      <a:accent2>
        <a:srgbClr val="F2B087"/>
      </a:accent2>
      <a:accent3>
        <a:srgbClr val="9C266E"/>
      </a:accent3>
      <a:accent4>
        <a:srgbClr val="F1B434"/>
      </a:accent4>
      <a:accent5>
        <a:srgbClr val="007377"/>
      </a:accent5>
      <a:accent6>
        <a:srgbClr val="326295"/>
      </a:accent6>
      <a:hlink>
        <a:srgbClr val="E4610F"/>
      </a:hlink>
      <a:folHlink>
        <a:srgbClr val="F2B087"/>
      </a:folHlink>
    </a:clrScheme>
    <a:fontScheme name="ARCAD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9050" cmpd="sng"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tx2"/>
          </a:solidFill>
          <a:headEnd type="none"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</a:spPr>
      <a:bodyPr wrap="square" rtlCol="0">
        <a:spAutoFit/>
      </a:bodyPr>
      <a:lstStyle>
        <a:defPPr>
          <a:lnSpc>
            <a:spcPct val="90000"/>
          </a:lnSpc>
          <a:spcBef>
            <a:spcPts val="200"/>
          </a:spcBef>
          <a:spcAft>
            <a:spcPts val="4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D91FC128-3164-4454-B83E-3D7812B86F38}" vid="{BDAFC58B-348F-4B40-B7FB-D44AFB234A6D}"/>
    </a:ext>
  </a:extLst>
</a:theme>
</file>

<file path=ppt/theme/theme2.xml><?xml version="1.0" encoding="utf-8"?>
<a:theme xmlns:a="http://schemas.openxmlformats.org/drawingml/2006/main" name="Office Theme">
  <a:themeElements>
    <a:clrScheme name="Arcadis2015">
      <a:dk1>
        <a:sysClr val="windowText" lastClr="000000"/>
      </a:dk1>
      <a:lt1>
        <a:sysClr val="window" lastClr="FFFFFF"/>
      </a:lt1>
      <a:dk2>
        <a:srgbClr val="55575A"/>
      </a:dk2>
      <a:lt2>
        <a:srgbClr val="B3B3B3"/>
      </a:lt2>
      <a:accent1>
        <a:srgbClr val="E4610F"/>
      </a:accent1>
      <a:accent2>
        <a:srgbClr val="00A9E4"/>
      </a:accent2>
      <a:accent3>
        <a:srgbClr val="E41F13"/>
      </a:accent3>
      <a:accent4>
        <a:srgbClr val="0DA642"/>
      </a:accent4>
      <a:accent5>
        <a:srgbClr val="F8DA40"/>
      </a:accent5>
      <a:accent6>
        <a:srgbClr val="C3D200"/>
      </a:accent6>
      <a:hlink>
        <a:srgbClr val="2E75B5"/>
      </a:hlink>
      <a:folHlink>
        <a:srgbClr val="6F3B5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rcadis2015">
      <a:dk1>
        <a:sysClr val="windowText" lastClr="000000"/>
      </a:dk1>
      <a:lt1>
        <a:sysClr val="window" lastClr="FFFFFF"/>
      </a:lt1>
      <a:dk2>
        <a:srgbClr val="55575A"/>
      </a:dk2>
      <a:lt2>
        <a:srgbClr val="B3B3B3"/>
      </a:lt2>
      <a:accent1>
        <a:srgbClr val="E4610F"/>
      </a:accent1>
      <a:accent2>
        <a:srgbClr val="00A9E4"/>
      </a:accent2>
      <a:accent3>
        <a:srgbClr val="E41F13"/>
      </a:accent3>
      <a:accent4>
        <a:srgbClr val="0DA642"/>
      </a:accent4>
      <a:accent5>
        <a:srgbClr val="F8DA40"/>
      </a:accent5>
      <a:accent6>
        <a:srgbClr val="C3D200"/>
      </a:accent6>
      <a:hlink>
        <a:srgbClr val="2E75B5"/>
      </a:hlink>
      <a:folHlink>
        <a:srgbClr val="6F3B5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4eec24b-d11c-4ada-927a-ad146e35337b">
      <Value>2</Value>
    </TaxCatchAll>
    <lcf76f155ced4ddcb4097134ff3c332f xmlns="ec13f7ca-d62c-48bc-97e1-0cb15ea68b6d">
      <Terms xmlns="http://schemas.microsoft.com/office/infopath/2007/PartnerControls"/>
    </lcf76f155ced4ddcb4097134ff3c332f>
    <eCPredefinedTax2TaxHTField0 xmlns="http://schemas.debble.com/">
      <Terms xmlns="http://schemas.microsoft.com/office/infopath/2007/PartnerControls"/>
    </eCPredefinedTax2TaxHTField0>
    <eCPredefinedTax1TaxHTField0 xmlns="http://schemas.debble.com/">
      <Terms xmlns="http://schemas.microsoft.com/office/infopath/2007/PartnerControls"/>
    </eCPredefinedTax1TaxHTField0>
    <eCPredefinedTax5TaxHTField0 xmlns="http://schemas.debble.com/">
      <Terms xmlns="http://schemas.microsoft.com/office/infopath/2007/PartnerControls">
        <TermInfo xmlns="http://schemas.microsoft.com/office/infopath/2007/PartnerControls">
          <TermName xmlns="http://schemas.microsoft.com/office/infopath/2007/PartnerControls">Brazil</TermName>
          <TermId xmlns="http://schemas.microsoft.com/office/infopath/2007/PartnerControls">2e6dc8f3-c284-4cf1-8848-03849eaf1547</TermId>
        </TermInfo>
      </Terms>
    </eCPredefinedTax5TaxHTField0>
    <TaxKeywordTaxHTField xmlns="24eec24b-d11c-4ada-927a-ad146e35337b">
      <Terms xmlns="http://schemas.microsoft.com/office/infopath/2007/PartnerControls"/>
    </TaxKeywordTaxHTField>
    <eCPredefinedTax4TaxHTField0 xmlns="http://schemas.debble.com/">
      <Terms xmlns="http://schemas.microsoft.com/office/infopath/2007/PartnerControls"/>
    </eCPredefinedTax4TaxHTField0>
    <eCPredefinedTax3TaxHTField0 xmlns="http://schemas.debble.com/">
      <Terms xmlns="http://schemas.microsoft.com/office/infopath/2007/PartnerControls"/>
    </eCPredefinedTax3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639468BD9E4A448A442598D4E901DC7" ma:contentTypeVersion="24" ma:contentTypeDescription="Crie um novo documento." ma:contentTypeScope="" ma:versionID="6d78f220e506a10aed5d9e421d6a4bcd">
  <xsd:schema xmlns:xsd="http://www.w3.org/2001/XMLSchema" xmlns:xs="http://www.w3.org/2001/XMLSchema" xmlns:p="http://schemas.microsoft.com/office/2006/metadata/properties" xmlns:ns2="http://schemas.debble.com/" xmlns:ns3="24eec24b-d11c-4ada-927a-ad146e35337b" xmlns:ns4="ec13f7ca-d62c-48bc-97e1-0cb15ea68b6d" targetNamespace="http://schemas.microsoft.com/office/2006/metadata/properties" ma:root="true" ma:fieldsID="d8b035329ccf49aba7e2614ccacf44fb" ns2:_="" ns3:_="" ns4:_="">
    <xsd:import namespace="http://schemas.debble.com/"/>
    <xsd:import namespace="24eec24b-d11c-4ada-927a-ad146e35337b"/>
    <xsd:import namespace="ec13f7ca-d62c-48bc-97e1-0cb15ea68b6d"/>
    <xsd:element name="properties">
      <xsd:complexType>
        <xsd:sequence>
          <xsd:element name="documentManagement">
            <xsd:complexType>
              <xsd:all>
                <xsd:element ref="ns2:eCPredefinedTax1TaxHTField0" minOccurs="0"/>
                <xsd:element ref="ns3:TaxCatchAll" minOccurs="0"/>
                <xsd:element ref="ns2:eCPredefinedTax2TaxHTField0" minOccurs="0"/>
                <xsd:element ref="ns2:eCPredefinedTax3TaxHTField0" minOccurs="0"/>
                <xsd:element ref="ns2:eCPredefinedTax4TaxHTField0" minOccurs="0"/>
                <xsd:element ref="ns2:eCPredefinedTax5TaxHTField0" minOccurs="0"/>
                <xsd:element ref="ns3:TaxKeywordTaxHTField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lcf76f155ced4ddcb4097134ff3c332f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debble.com/" elementFormDefault="qualified">
    <xsd:import namespace="http://schemas.microsoft.com/office/2006/documentManagement/types"/>
    <xsd:import namespace="http://schemas.microsoft.com/office/infopath/2007/PartnerControls"/>
    <xsd:element name="eCPredefinedTax1TaxHTField0" ma:index="9" nillable="true" ma:taxonomy="true" ma:internalName="eCPredefinedTax1TaxHTField0" ma:taxonomyFieldName="eCPredefinedTax1" ma:displayName="Tags" ma:default="" ma:fieldId="{7fdde5b0-2916-474f-b399-f577ad8e9d17}" ma:taxonomyMulti="true" ma:sspId="f35aeea7-e848-442f-a6c3-04e7a31ee3df" ma:termSetId="ec044ec7-ef57-4853-1337-b588a5c4b0b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CPredefinedTax2TaxHTField0" ma:index="12" nillable="true" ma:taxonomy="true" ma:internalName="eCPredefinedTax2TaxHTField0" ma:taxonomyFieldName="eCPredefinedTax2" ma:displayName="Predefined Taxonomy 2_hidden" ma:default="" ma:fieldId="{767c497d-0d92-4ca7-aef7-8ded43da1413}" ma:taxonomyMulti="true" ma:sspId="f35aeea7-e848-442f-a6c3-04e7a31ee3df" ma:termSetId="ec044ec7-ef57-4853-1337-b588a5c4b0b2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CPredefinedTax3TaxHTField0" ma:index="14" nillable="true" ma:taxonomy="true" ma:internalName="eCPredefinedTax3TaxHTField0" ma:taxonomyFieldName="eCPredefinedTax3" ma:displayName="Predefined Taxonomy 3_hidden" ma:default="" ma:fieldId="{ab9f6acd-819f-4e6d-af4d-6d6054b7a1c1}" ma:taxonomyMulti="true" ma:sspId="f35aeea7-e848-442f-a6c3-04e7a31ee3df" ma:termSetId="ec044ec7-ef57-4853-1337-b588a5c4b0b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CPredefinedTax4TaxHTField0" ma:index="16" nillable="true" ma:taxonomy="true" ma:internalName="eCPredefinedTax4TaxHTField0" ma:taxonomyFieldName="eCPredefinedTax4" ma:displayName="Predefined Taxonomy 4_hidden" ma:default="" ma:fieldId="{36bc0eae-d37b-4e8d-be00-714dda25ed5d}" ma:taxonomyMulti="true" ma:sspId="f35aeea7-e848-442f-a6c3-04e7a31ee3df" ma:termSetId="ec044ec7-ef57-4853-1337-b588a5c4b0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CPredefinedTax5TaxHTField0" ma:index="18" nillable="true" ma:taxonomy="true" ma:internalName="eCPredefinedTax5TaxHTField0" ma:taxonomyFieldName="eCPredefinedTax5" ma:displayName="Region" ma:default="2;#Brazil|2e6dc8f3-c284-4cf1-8848-03849eaf1547" ma:fieldId="{4da65b72-4427-4385-8d83-9a30a8d129b3}" ma:taxonomyMulti="true" ma:sspId="f35aeea7-e848-442f-a6c3-04e7a31ee3df" ma:termSetId="ec044ec7-ef57-4853-1337-b588a5c4b0b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eec24b-d11c-4ada-927a-ad146e35337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e26f0d6a-4c1c-4dc2-82c6-5eb3fb957679}" ma:internalName="TaxCatchAll" ma:showField="CatchAllData" ma:web="24eec24b-d11c-4ada-927a-ad146e3533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20" nillable="true" ma:taxonomy="true" ma:internalName="TaxKeywordTaxHTField" ma:taxonomyFieldName="TaxKeyword" ma:displayName="Palavras-chave Corporativas" ma:fieldId="{23f27201-bee3-471e-b2e7-b64fd8b7ca38}" ma:taxonomyMulti="true" ma:sspId="f35aeea7-e848-442f-a6c3-04e7a31ee3df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13f7ca-d62c-48bc-97e1-0cb15ea68b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Marcações de imagem" ma:readOnly="false" ma:fieldId="{5cf76f15-5ced-4ddc-b409-7134ff3c332f}" ma:taxonomyMulti="true" ma:sspId="f35aeea7-e848-442f-a6c3-04e7a31ee3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A26A4F-F5AF-48CE-B804-2330B744A85D}">
  <ds:schemaRefs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documentManagement/types"/>
    <ds:schemaRef ds:uri="cfb3eb5c-fe95-448e-98bb-afeac4044f97"/>
    <ds:schemaRef ds:uri="http://purl.org/dc/dcmitype/"/>
    <ds:schemaRef ds:uri="http://purl.org/dc/elements/1.1/"/>
    <ds:schemaRef ds:uri="a22f7789-b0fc-4b80-acdd-01c5d6fca980"/>
    <ds:schemaRef ds:uri="24eec24b-d11c-4ada-927a-ad146e35337b"/>
    <ds:schemaRef ds:uri="ec13f7ca-d62c-48bc-97e1-0cb15ea68b6d"/>
    <ds:schemaRef ds:uri="http://schemas.debble.com/"/>
  </ds:schemaRefs>
</ds:datastoreItem>
</file>

<file path=customXml/itemProps2.xml><?xml version="1.0" encoding="utf-8"?>
<ds:datastoreItem xmlns:ds="http://schemas.openxmlformats.org/officeDocument/2006/customXml" ds:itemID="{4AD4B532-0017-4C7C-BFF8-FF9459B33F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0588B5-104A-4A56-901B-8548255169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debble.com/"/>
    <ds:schemaRef ds:uri="24eec24b-d11c-4ada-927a-ad146e35337b"/>
    <ds:schemaRef ds:uri="ec13f7ca-d62c-48bc-97e1-0cb15ea68b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2005</TotalTime>
  <Words>513</Words>
  <Application>Microsoft Office PowerPoint</Application>
  <PresentationFormat>Widescreen</PresentationFormat>
  <Paragraphs>148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Arcadis Master w Kicker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Arcadis Australia Pacific Pty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pedro.hartmann@arcadis.com</dc:creator>
  <cp:keywords/>
  <cp:lastModifiedBy>raygleidsonalencar@gmail.com</cp:lastModifiedBy>
  <cp:revision>187</cp:revision>
  <dcterms:created xsi:type="dcterms:W3CDTF">2019-04-03T00:32:46Z</dcterms:created>
  <dcterms:modified xsi:type="dcterms:W3CDTF">2026-04-26T15:19:24Z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0x0101006639468BD9E4A448A442598D4E901DC7</vt:lpwstr>
  </property>
  <property fmtid="{D5CDD505-2E9C-101B-9397-08002B2CF9AE}" pid="3" name="MediaServiceImageTags">
    <vt:lpwstr/>
  </property>
</Properties>
</file>